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28" y="1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Master" Target="../slideMasters/slideMaster1.xml"/><Relationship Id="rId4" Type="http://schemas.openxmlformats.org/officeDocument/2006/relationships/image" Target="../media/image20.jp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1.jpe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MS logo white - EMF" descr="Microsoft logo white text version">
            <a:extLst>
              <a:ext uri="{FF2B5EF4-FFF2-40B4-BE49-F238E27FC236}">
                <a16:creationId xmlns:a16="http://schemas.microsoft.com/office/drawing/2014/main" id="{F7CD6B1F-AE52-08A4-59DD-ADA3920FEFA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7" name="TextBox 6">
            <a:extLst>
              <a:ext uri="{FF2B5EF4-FFF2-40B4-BE49-F238E27FC236}">
                <a16:creationId xmlns:a16="http://schemas.microsoft.com/office/drawing/2014/main" id="{53B4BC62-442D-D07F-D062-B23F459AF590}"/>
              </a:ext>
            </a:extLst>
          </p:cNvPr>
          <p:cNvSpPr txBox="1"/>
          <p:nvPr/>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dirty="0">
                <a:solidFill>
                  <a:schemeClr val="bg1"/>
                </a:solidFill>
                <a:latin typeface="+mj-lt"/>
              </a:rPr>
              <a:t>Microsoft Azure</a:t>
            </a:r>
          </a:p>
        </p:txBody>
      </p:sp>
    </p:spTree>
    <p:extLst>
      <p:ext uri="{BB962C8B-B14F-4D97-AF65-F5344CB8AC3E}">
        <p14:creationId xmlns:p14="http://schemas.microsoft.com/office/powerpoint/2010/main" val="183780193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Walkin">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p:nvSpPr>
        <p:spPr>
          <a:xfrm>
            <a:off x="584200" y="2841172"/>
            <a:ext cx="3790950" cy="1495794"/>
          </a:xfrm>
          <a:prstGeom prst="rect">
            <a:avLst/>
          </a:prstGeom>
          <a:noFill/>
        </p:spPr>
        <p:txBody>
          <a:bodyPr wrap="square" lIns="0" tIns="0" rIns="0" bIns="0" rtlCol="0">
            <a:spAutoFit/>
          </a:bodyPr>
          <a:lstStyle/>
          <a:p>
            <a:pPr algn="l">
              <a:lnSpc>
                <a:spcPct val="90000"/>
              </a:lnSpc>
            </a:pPr>
            <a:r>
              <a:rPr lang="en-US" sz="5400" b="0" dirty="0">
                <a:solidFill>
                  <a:schemeClr val="tx1"/>
                </a:solidFill>
                <a:latin typeface="+mj-lt"/>
              </a:rPr>
              <a:t>Microsoft Azure</a:t>
            </a:r>
          </a:p>
        </p:txBody>
      </p:sp>
      <p:pic>
        <p:nvPicPr>
          <p:cNvPr id="5" name="MS logo gray - EMF" descr="Microsoft logo, gray text version">
            <a:extLst>
              <a:ext uri="{FF2B5EF4-FFF2-40B4-BE49-F238E27FC236}">
                <a16:creationId xmlns:a16="http://schemas.microsoft.com/office/drawing/2014/main" id="{8672AF12-6140-9E72-C268-A8ED4080CAD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4149900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0455284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4346590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dirty="0"/>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4802699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dirty="0"/>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564222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0294780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2" name="MS logo gray - EMF" descr="Microsoft logo, gray text version">
            <a:extLst>
              <a:ext uri="{FF2B5EF4-FFF2-40B4-BE49-F238E27FC236}">
                <a16:creationId xmlns:a16="http://schemas.microsoft.com/office/drawing/2014/main" id="{BBFAAA10-F521-410E-1BB5-6D77902DD0C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2844114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5789309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lide 3">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C6B9E508-E424-C5B2-1415-EF47F2EDB13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3390349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2"/>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27621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p>
            <a:r>
              <a:rPr lang="ja-JP" altLang="en-US"/>
              <a:t>マスター タイトルの書式設定</a:t>
            </a:r>
            <a:endParaRPr lang="en-US" dirty="0"/>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a:solidFill>
                  <a:schemeClr val="tx2"/>
                </a:solidFill>
                <a:latin typeface="+mj-lt"/>
              </a:defRPr>
            </a:lvl1pPr>
          </a:lstStyle>
          <a:p>
            <a:pPr lvl="0"/>
            <a:r>
              <a:rPr lang="ja-JP" altLang="en-US"/>
              <a:t>マスター テキストの書式設定</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ja-JP" altLang="en-US"/>
              <a:t>マスター テキストの書式設定</a:t>
            </a:r>
          </a:p>
          <a:p>
            <a:pPr marL="141288" lvl="1" indent="-141288"/>
            <a:r>
              <a:rPr lang="ja-JP" altLang="en-US"/>
              <a:t>第 </a:t>
            </a:r>
            <a:r>
              <a:rPr lang="en-US" altLang="ja-JP"/>
              <a:t>2 </a:t>
            </a:r>
            <a:r>
              <a:rPr lang="ja-JP" altLang="en-US"/>
              <a:t>レベル</a:t>
            </a:r>
          </a:p>
          <a:p>
            <a:pPr marL="141288" lvl="2" indent="-141288"/>
            <a:r>
              <a:rPr lang="ja-JP" altLang="en-US"/>
              <a:t>第 </a:t>
            </a:r>
            <a:r>
              <a:rPr lang="en-US" altLang="ja-JP"/>
              <a:t>3 </a:t>
            </a:r>
            <a:r>
              <a:rPr lang="ja-JP" altLang="en-US"/>
              <a:t>レベル</a:t>
            </a:r>
          </a:p>
          <a:p>
            <a:pPr marL="141288" lvl="3" indent="-141288"/>
            <a:r>
              <a:rPr lang="ja-JP" altLang="en-US"/>
              <a:t>第 </a:t>
            </a:r>
            <a:r>
              <a:rPr lang="en-US" altLang="ja-JP"/>
              <a:t>4 </a:t>
            </a:r>
            <a:r>
              <a:rPr lang="ja-JP" altLang="en-US"/>
              <a:t>レベル</a:t>
            </a:r>
          </a:p>
          <a:p>
            <a:pPr marL="141288" lvl="4" indent="-141288"/>
            <a:r>
              <a:rPr lang="ja-JP" altLang="en-US"/>
              <a:t>第 </a:t>
            </a:r>
            <a:r>
              <a:rPr lang="en-US" altLang="ja-JP"/>
              <a:t>5 </a:t>
            </a:r>
            <a:r>
              <a:rPr lang="ja-JP" altLang="en-US"/>
              <a:t>レベル</a:t>
            </a:r>
            <a:endParaRPr lang="en-US" dirty="0"/>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b="0">
                <a:solidFill>
                  <a:schemeClr val="tx2"/>
                </a:solidFill>
                <a:latin typeface="+mj-lt"/>
              </a:defRPr>
            </a:lvl1pPr>
          </a:lstStyle>
          <a:p>
            <a:pPr lvl="0"/>
            <a:r>
              <a:rPr lang="ja-JP" altLang="en-US"/>
              <a:t>マスター テキストの書式設定</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ja-JP" altLang="en-US"/>
              <a:t>マスター テキストの書式設定</a:t>
            </a:r>
          </a:p>
          <a:p>
            <a:pPr marL="141288" lvl="1" indent="-141288"/>
            <a:r>
              <a:rPr lang="ja-JP" altLang="en-US"/>
              <a:t>第 </a:t>
            </a:r>
            <a:r>
              <a:rPr lang="en-US" altLang="ja-JP"/>
              <a:t>2 </a:t>
            </a:r>
            <a:r>
              <a:rPr lang="ja-JP" altLang="en-US"/>
              <a:t>レベル</a:t>
            </a:r>
          </a:p>
          <a:p>
            <a:pPr marL="141288" lvl="2" indent="-141288"/>
            <a:r>
              <a:rPr lang="ja-JP" altLang="en-US"/>
              <a:t>第 </a:t>
            </a:r>
            <a:r>
              <a:rPr lang="en-US" altLang="ja-JP"/>
              <a:t>3 </a:t>
            </a:r>
            <a:r>
              <a:rPr lang="ja-JP" altLang="en-US"/>
              <a:t>レベル</a:t>
            </a:r>
          </a:p>
          <a:p>
            <a:pPr marL="141288" lvl="3" indent="-141288"/>
            <a:r>
              <a:rPr lang="ja-JP" altLang="en-US"/>
              <a:t>第 </a:t>
            </a:r>
            <a:r>
              <a:rPr lang="en-US" altLang="ja-JP"/>
              <a:t>4 </a:t>
            </a:r>
            <a:r>
              <a:rPr lang="ja-JP" altLang="en-US"/>
              <a:t>レベル</a:t>
            </a:r>
          </a:p>
          <a:p>
            <a:pPr marL="141288" lvl="4" indent="-141288"/>
            <a:r>
              <a:rPr lang="ja-JP" altLang="en-US"/>
              <a:t>第 </a:t>
            </a:r>
            <a:r>
              <a:rPr lang="en-US" altLang="ja-JP"/>
              <a:t>5 </a:t>
            </a:r>
            <a:r>
              <a:rPr lang="ja-JP" altLang="en-US"/>
              <a:t>レベル</a:t>
            </a:r>
            <a:endParaRPr lang="en-US" dirty="0"/>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b="0">
                <a:solidFill>
                  <a:schemeClr val="tx2"/>
                </a:solidFill>
                <a:latin typeface="+mj-lt"/>
              </a:defRPr>
            </a:lvl1pPr>
          </a:lstStyle>
          <a:p>
            <a:pPr lvl="0"/>
            <a:r>
              <a:rPr lang="ja-JP" altLang="en-US"/>
              <a:t>マスター テキストの書式設定</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vl1pPr>
            <a:lvl2pPr>
              <a:defRPr lang="en-US" sz="1600" dirty="0"/>
            </a:lvl2pPr>
            <a:lvl3pPr>
              <a:defRPr lang="en-US" sz="1600" dirty="0"/>
            </a:lvl3pPr>
            <a:lvl4pPr>
              <a:defRPr lang="en-US" sz="1400" dirty="0"/>
            </a:lvl4pPr>
            <a:lvl5pPr>
              <a:defRPr lang="en-US" sz="1400" dirty="0"/>
            </a:lvl5pPr>
          </a:lstStyle>
          <a:p>
            <a:pPr marL="141288" lvl="0" indent="-141288"/>
            <a:r>
              <a:rPr lang="ja-JP" altLang="en-US"/>
              <a:t>マスター テキストの書式設定</a:t>
            </a:r>
          </a:p>
          <a:p>
            <a:pPr marL="141288" lvl="1" indent="-141288"/>
            <a:r>
              <a:rPr lang="ja-JP" altLang="en-US"/>
              <a:t>第 </a:t>
            </a:r>
            <a:r>
              <a:rPr lang="en-US" altLang="ja-JP"/>
              <a:t>2 </a:t>
            </a:r>
            <a:r>
              <a:rPr lang="ja-JP" altLang="en-US"/>
              <a:t>レベル</a:t>
            </a:r>
          </a:p>
          <a:p>
            <a:pPr marL="141288" lvl="2" indent="-141288"/>
            <a:r>
              <a:rPr lang="ja-JP" altLang="en-US"/>
              <a:t>第 </a:t>
            </a:r>
            <a:r>
              <a:rPr lang="en-US" altLang="ja-JP"/>
              <a:t>3 </a:t>
            </a:r>
            <a:r>
              <a:rPr lang="ja-JP" altLang="en-US"/>
              <a:t>レベル</a:t>
            </a:r>
          </a:p>
          <a:p>
            <a:pPr marL="141288" lvl="3" indent="-141288"/>
            <a:r>
              <a:rPr lang="ja-JP" altLang="en-US"/>
              <a:t>第 </a:t>
            </a:r>
            <a:r>
              <a:rPr lang="en-US" altLang="ja-JP"/>
              <a:t>4 </a:t>
            </a:r>
            <a:r>
              <a:rPr lang="ja-JP" altLang="en-US"/>
              <a:t>レベル</a:t>
            </a:r>
          </a:p>
          <a:p>
            <a:pPr marL="141288" lvl="4" indent="-141288"/>
            <a:r>
              <a:rPr lang="ja-JP" altLang="en-US"/>
              <a:t>第 </a:t>
            </a:r>
            <a:r>
              <a:rPr lang="en-US" altLang="ja-JP"/>
              <a:t>5 </a:t>
            </a:r>
            <a:r>
              <a:rPr lang="ja-JP" altLang="en-US"/>
              <a:t>レベル</a:t>
            </a:r>
            <a:endParaRPr lang="en-US" dirty="0"/>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b="0">
                <a:solidFill>
                  <a:schemeClr val="tx2"/>
                </a:solidFill>
                <a:latin typeface="+mj-lt"/>
              </a:defRPr>
            </a:lvl1pPr>
          </a:lstStyle>
          <a:p>
            <a:pPr lvl="0"/>
            <a:r>
              <a:rPr lang="ja-JP" altLang="en-US"/>
              <a:t>マスター テキストの書式設定</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vl1pPr>
            <a:lvl2pPr>
              <a:defRPr lang="en-US" sz="1600"/>
            </a:lvl2pPr>
            <a:lvl3pPr>
              <a:defRPr lang="en-US" sz="1600"/>
            </a:lvl3pPr>
            <a:lvl4pPr>
              <a:defRPr lang="en-US" sz="1400"/>
            </a:lvl4pPr>
            <a:lvl5pPr>
              <a:defRPr lang="en-US" sz="1400" dirty="0"/>
            </a:lvl5pPr>
          </a:lstStyle>
          <a:p>
            <a:pPr marL="141288" lvl="0" indent="-141288"/>
            <a:r>
              <a:rPr lang="ja-JP" altLang="en-US"/>
              <a:t>マスター テキストの書式設定</a:t>
            </a:r>
          </a:p>
          <a:p>
            <a:pPr marL="141288" lvl="1" indent="-141288"/>
            <a:r>
              <a:rPr lang="ja-JP" altLang="en-US"/>
              <a:t>第 </a:t>
            </a:r>
            <a:r>
              <a:rPr lang="en-US" altLang="ja-JP"/>
              <a:t>2 </a:t>
            </a:r>
            <a:r>
              <a:rPr lang="ja-JP" altLang="en-US"/>
              <a:t>レベル</a:t>
            </a:r>
          </a:p>
          <a:p>
            <a:pPr marL="141288" lvl="2" indent="-141288"/>
            <a:r>
              <a:rPr lang="ja-JP" altLang="en-US"/>
              <a:t>第 </a:t>
            </a:r>
            <a:r>
              <a:rPr lang="en-US" altLang="ja-JP"/>
              <a:t>3 </a:t>
            </a:r>
            <a:r>
              <a:rPr lang="ja-JP" altLang="en-US"/>
              <a:t>レベル</a:t>
            </a:r>
          </a:p>
          <a:p>
            <a:pPr marL="141288" lvl="3" indent="-141288"/>
            <a:r>
              <a:rPr lang="ja-JP" altLang="en-US"/>
              <a:t>第 </a:t>
            </a:r>
            <a:r>
              <a:rPr lang="en-US" altLang="ja-JP"/>
              <a:t>4 </a:t>
            </a:r>
            <a:r>
              <a:rPr lang="ja-JP" altLang="en-US"/>
              <a:t>レベル</a:t>
            </a:r>
          </a:p>
          <a:p>
            <a:pPr marL="141288" lvl="4" indent="-141288"/>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413765272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ja-JP" altLang="en-US"/>
              <a:t>マスター タイトルの書式設定</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5651533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ja-JP" altLang="en-US"/>
              <a:t>マスター タイトルの書式設定</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236477604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ja-JP" altLang="en-US"/>
              <a:t>マスター タイトルの書式設定</a:t>
            </a:r>
            <a:endParaRPr lang="en-US"/>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9840261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ja-JP" altLang="en-US"/>
              <a:t>マスター タイトルの書式設定</a:t>
            </a:r>
            <a:endParaRPr lang="en-US"/>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36170557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ja-JP" altLang="en-US"/>
              <a:t>マスター タイトルの書式設定</a:t>
            </a:r>
            <a:endParaRPr lang="en-US" dirty="0"/>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ja-JP" altLang="en-US"/>
              <a:t>マスター テキストの書式設定</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ja-JP" altLang="en-US"/>
              <a:t>マスター テキストの書式設定</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205969892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ja-JP" altLang="en-US"/>
              <a:t>マスター タイトルの書式設定</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ja-JP" altLang="en-US"/>
              <a:t>マスター テキストの書式設定</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ja-JP" altLang="en-US"/>
              <a:t>マスター テキストの書式設定</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7815760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ja-JP" altLang="en-US"/>
              <a:t>マスター タイトルの書式設定</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b="1">
                <a:solidFill>
                  <a:schemeClr val="tx2"/>
                </a:solidFill>
                <a:latin typeface="+mj-lt"/>
              </a:defRPr>
            </a:lvl1pPr>
          </a:lstStyle>
          <a:p>
            <a:pPr lvl="0"/>
            <a:r>
              <a:rPr lang="ja-JP" altLang="en-US"/>
              <a:t>マスター テキストの書式設定</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b="1">
                <a:solidFill>
                  <a:schemeClr val="tx2"/>
                </a:solidFill>
                <a:latin typeface="+mj-lt"/>
              </a:defRPr>
            </a:lvl1pPr>
          </a:lstStyle>
          <a:p>
            <a:pPr lvl="0"/>
            <a:r>
              <a:rPr lang="ja-JP" altLang="en-US"/>
              <a:t>マスター テキストの書式設定</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b="1">
                <a:solidFill>
                  <a:schemeClr val="tx2"/>
                </a:solidFill>
                <a:latin typeface="+mj-lt"/>
              </a:defRPr>
            </a:lvl1pPr>
          </a:lstStyle>
          <a:p>
            <a:pPr lvl="0"/>
            <a:r>
              <a:rPr lang="ja-JP" altLang="en-US"/>
              <a:t>マスター テキストの書式設定</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3784024690"/>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32">
          <p15:clr>
            <a:srgbClr val="5ACBF0"/>
          </p15:clr>
        </p15:guide>
        <p15:guide id="8" pos="4871">
          <p15:clr>
            <a:srgbClr val="5ACBF0"/>
          </p15:clr>
        </p15:guide>
        <p15:guide id="9" pos="525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ja-JP" altLang="en-US"/>
              <a:t>マスター タイトルの書式設定</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553998"/>
          </a:xfrm>
        </p:spPr>
        <p:txBody>
          <a:bodyPr anchor="t"/>
          <a:lstStyle>
            <a:lvl1pPr marL="0" indent="0">
              <a:spcBef>
                <a:spcPts val="0"/>
              </a:spcBef>
              <a:buNone/>
              <a:defRPr sz="1800" b="1">
                <a:gradFill>
                  <a:gsLst>
                    <a:gs pos="0">
                      <a:srgbClr val="31ACBD"/>
                    </a:gs>
                    <a:gs pos="68000">
                      <a:schemeClr val="tx2"/>
                    </a:gs>
                  </a:gsLst>
                  <a:lin ang="10800000" scaled="1"/>
                </a:gradFill>
                <a:latin typeface="+mj-lt"/>
              </a:defRPr>
            </a:lvl1pPr>
          </a:lstStyle>
          <a:p>
            <a:pPr lvl="0"/>
            <a:r>
              <a:rPr lang="ja-JP" altLang="en-US"/>
              <a:t>マスター テキストの書式設定</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553998"/>
          </a:xfrm>
        </p:spPr>
        <p:txBody>
          <a:bodyPr vert="horz" wrap="square" lIns="0" tIns="0" rIns="0" bIns="0" rtlCol="0" anchor="t">
            <a:spAutoFit/>
          </a:bodyPr>
          <a:lstStyle>
            <a:lvl1pPr>
              <a:defRPr lang="en-US" sz="1800" b="1">
                <a:gradFill>
                  <a:gsLst>
                    <a:gs pos="100000">
                      <a:srgbClr val="3EA89B"/>
                    </a:gs>
                    <a:gs pos="0">
                      <a:srgbClr val="225B62"/>
                    </a:gs>
                  </a:gsLst>
                  <a:lin ang="10800000" scaled="1"/>
                </a:gradFill>
                <a:latin typeface="+mj-lt"/>
              </a:defRPr>
            </a:lvl1pPr>
          </a:lstStyle>
          <a:p>
            <a:pPr marL="0" lvl="0" indent="0">
              <a:spcBef>
                <a:spcPts val="0"/>
              </a:spcBef>
              <a:buNone/>
            </a:pPr>
            <a:r>
              <a:rPr lang="ja-JP" altLang="en-US"/>
              <a:t>マスター テキストの書式設定</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553998"/>
          </a:xfrm>
        </p:spPr>
        <p:txBody>
          <a:bodyPr vert="horz" wrap="square" lIns="0" tIns="0" rIns="0" bIns="0" rtlCol="0" anchor="t">
            <a:spAutoFit/>
          </a:bodyPr>
          <a:lstStyle>
            <a:lvl1pPr>
              <a:defRPr lang="en-US" sz="1800" b="1" dirty="0">
                <a:gradFill>
                  <a:gsLst>
                    <a:gs pos="0">
                      <a:srgbClr val="F4364C"/>
                    </a:gs>
                    <a:gs pos="68000">
                      <a:srgbClr val="C03BC4"/>
                    </a:gs>
                  </a:gsLst>
                  <a:lin ang="10800000" scaled="1"/>
                </a:gradFill>
                <a:latin typeface="+mj-lt"/>
              </a:defRPr>
            </a:lvl1pPr>
          </a:lstStyle>
          <a:p>
            <a:pPr marL="0" lvl="0" indent="0">
              <a:spcBef>
                <a:spcPts val="0"/>
              </a:spcBef>
              <a:buNone/>
            </a:pPr>
            <a:r>
              <a:rPr lang="ja-JP" altLang="en-US"/>
              <a:t>マスター テキストの書式設定</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553998"/>
          </a:xfrm>
        </p:spPr>
        <p:txBody>
          <a:bodyPr vert="horz" wrap="square" lIns="0" tIns="0" rIns="0" bIns="0" rtlCol="0" anchor="t">
            <a:spAutoFit/>
          </a:bodyPr>
          <a:lstStyle>
            <a:lvl1pPr>
              <a:defRPr lang="en-US" sz="1800" b="1">
                <a:gradFill>
                  <a:gsLst>
                    <a:gs pos="0">
                      <a:srgbClr val="FF9318"/>
                    </a:gs>
                    <a:gs pos="44000">
                      <a:srgbClr val="FF5C39"/>
                    </a:gs>
                  </a:gsLst>
                  <a:lin ang="10800000" scaled="1"/>
                </a:gradFill>
                <a:latin typeface="+mj-lt"/>
              </a:defRPr>
            </a:lvl1pPr>
          </a:lstStyle>
          <a:p>
            <a:pPr marL="0" lvl="0" indent="0">
              <a:spcBef>
                <a:spcPts val="0"/>
              </a:spcBef>
              <a:buNone/>
            </a:pPr>
            <a:r>
              <a:rPr lang="ja-JP" altLang="en-US"/>
              <a:t>マスター テキストの書式設定</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297501520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ja-JP" altLang="en-US"/>
              <a:t>マスター タイトルの書式設定</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b="1">
                <a:solidFill>
                  <a:schemeClr val="tx2"/>
                </a:solidFill>
                <a:latin typeface="+mj-lt"/>
              </a:defRPr>
            </a:lvl1pPr>
          </a:lstStyle>
          <a:p>
            <a:pPr lvl="0"/>
            <a:r>
              <a:rPr lang="en-US" dirty="0"/>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172387365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4853775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ja-JP" altLang="en-US"/>
              <a:t>マスター タイトルの書式設定</a:t>
            </a:r>
            <a:endParaRPr lang="en-US" dirty="0"/>
          </a:p>
        </p:txBody>
      </p:sp>
    </p:spTree>
    <p:extLst>
      <p:ext uri="{BB962C8B-B14F-4D97-AF65-F5344CB8AC3E}">
        <p14:creationId xmlns:p14="http://schemas.microsoft.com/office/powerpoint/2010/main" val="32738010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ja-JP" altLang="en-US"/>
              <a:t>マスター タイトルの書式設定</a:t>
            </a:r>
            <a:endParaRPr lang="en-US" dirty="0"/>
          </a:p>
        </p:txBody>
      </p:sp>
    </p:spTree>
    <p:extLst>
      <p:ext uri="{BB962C8B-B14F-4D97-AF65-F5344CB8AC3E}">
        <p14:creationId xmlns:p14="http://schemas.microsoft.com/office/powerpoint/2010/main" val="237426577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ja-JP" altLang="en-US"/>
              <a:t>マスター テキストの書式設定</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0807892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ja-JP" altLang="en-US"/>
              <a:t>マスター タイトルの書式設定</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84884004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gradFill flip="none" rotWithShape="1">
            <a:gsLst>
              <a:gs pos="47706">
                <a:schemeClr val="accent1"/>
              </a:gs>
              <a:gs pos="100000">
                <a:schemeClr val="accent3"/>
              </a:gs>
              <a:gs pos="60000">
                <a:schemeClr val="accent1"/>
              </a:gs>
            </a:gsLst>
            <a:lin ang="18900000" scaled="1"/>
            <a:tileRect/>
          </a:gradFill>
        </p:spPr>
        <p:txBody>
          <a:bodyPr lIns="0" tIns="2377440" rIns="0" anchor="t" anchorCtr="0">
            <a:noAutofit/>
          </a:bodyPr>
          <a:lstStyle>
            <a:lvl1pPr marL="0" indent="0" algn="ctr">
              <a:lnSpc>
                <a:spcPct val="100000"/>
              </a:lnSpc>
              <a:buNone/>
              <a:defRPr sz="14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0313754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hoto full bleed lower title">
    <p:bg>
      <p:bgRef idx="1001">
        <a:schemeClr val="bg1"/>
      </p:bgRef>
    </p:bg>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chemeClr val="tx1"/>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ja-JP" altLang="en-US"/>
              <a:t>マスター タイトルの書式設定</a:t>
            </a:r>
            <a:endParaRPr lang="en-US" dirty="0"/>
          </a:p>
        </p:txBody>
      </p:sp>
      <p:sp>
        <p:nvSpPr>
          <p:cNvPr id="9" name="TextBox 8">
            <a:extLst>
              <a:ext uri="{FF2B5EF4-FFF2-40B4-BE49-F238E27FC236}">
                <a16:creationId xmlns:a16="http://schemas.microsoft.com/office/drawing/2014/main" id="{7609554D-CD2C-F836-9A2C-88CABE57658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9846282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41941478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gradFill>
            <a:gsLst>
              <a:gs pos="100000">
                <a:schemeClr val="accent3"/>
              </a:gs>
              <a:gs pos="8000">
                <a:schemeClr val="accent1"/>
              </a:gs>
            </a:gsLst>
            <a:lin ang="18900000" scaled="1"/>
          </a:gradFill>
        </p:spPr>
        <p:txBody>
          <a:bodyPr wrap="none" bIns="1554480" anchor="ctr">
            <a:noAutofit/>
          </a:bodyPr>
          <a:lstStyle>
            <a:lvl1pPr marL="0" indent="0" algn="ctr">
              <a:buNone/>
              <a:defRPr sz="1400" b="1">
                <a:solidFill>
                  <a:schemeClr val="bg1"/>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62528850"/>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ja-JP" altLang="en-US"/>
              <a:t>マスター タイトルの書式設定</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gradFill>
            <a:gsLst>
              <a:gs pos="100000">
                <a:schemeClr val="accent3"/>
              </a:gs>
              <a:gs pos="8000">
                <a:schemeClr val="accent1"/>
              </a:gs>
            </a:gsLst>
            <a:lin ang="18900000" scaled="1"/>
          </a:gradFill>
        </p:spPr>
        <p:txBody>
          <a:bodyPr vert="horz" wrap="square" lIns="0" tIns="1280160" rIns="0" bIns="0" rtlCol="0" anchor="t" anchorCtr="0">
            <a:noAutofit/>
          </a:bodyPr>
          <a:lstStyle>
            <a:lvl1pPr marL="0" indent="0" algn="ctr">
              <a:buNone/>
              <a:defRPr lang="en-US" sz="1400" b="1" dirty="0">
                <a:solidFill>
                  <a:schemeClr val="bg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0765864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ja-JP" altLang="en-US"/>
              <a:t>マスター タイトルの書式設定</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gradFill>
            <a:gsLst>
              <a:gs pos="100000">
                <a:schemeClr val="accent3"/>
              </a:gs>
              <a:gs pos="8000">
                <a:schemeClr val="accent1"/>
              </a:gs>
            </a:gsLst>
            <a:lin ang="18900000" scaled="1"/>
          </a:gradFill>
        </p:spPr>
        <p:txBody>
          <a:bodyPr vert="horz" wrap="square" lIns="0" tIns="1371600" rIns="0" bIns="0" rtlCol="0" anchor="t" anchorCtr="0">
            <a:noAutofit/>
          </a:bodyPr>
          <a:lstStyle>
            <a:lvl1pPr marL="0" indent="0" algn="ctr">
              <a:buNone/>
              <a:defRPr lang="en-US" sz="1400" b="1" dirty="0">
                <a:solidFill>
                  <a:schemeClr val="bg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68484399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ja-JP" altLang="en-US"/>
              <a:t>マスター タイトルの書式設定</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ja-JP" altLang="en-US"/>
              <a:t>マスター テキストの書式設定</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ja-JP" altLang="en-US"/>
              <a:t>マスター テキストの書式設定</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8175574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312">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ja-JP" altLang="en-US"/>
              <a:t>マスター タイトルの書式設定</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ja-JP" altLang="en-US"/>
              <a:t>マスター テキストの書式設定</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ja-JP" altLang="en-US"/>
              <a:t>マスター テキストの書式設定</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ja-JP" altLang="en-US"/>
              <a:t>マスター テキストの書式設定</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1669846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ja-JP" altLang="en-US"/>
              <a:t>マスター タイトルの書式設定</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ja-JP" altLang="en-US"/>
              <a:t>マスター テキストの書式設定</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ja-JP" altLang="en-US"/>
              <a:t>マスター テキストの書式設定</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ja-JP" altLang="en-US"/>
              <a:t>マスター テキストの書式設定</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ja-JP" altLang="en-US"/>
              <a:t>マスター テキストの書式設定</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a:extLst>
                <a:ext uri="{96DAC541-7B7A-43D3-8B79-37D633B846F1}">
                  <asvg:svgBlip xmlns:asvg="http://schemas.microsoft.com/office/drawing/2016/SVG/main" r:embed="rId5"/>
                </a:ext>
              </a:extLst>
            </a:blip>
            <a:stretch>
              <a:fillRect/>
            </a:stretch>
          </a:blip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93372854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ja-JP" altLang="en-US"/>
              <a:t>マスター タイトルの書式設定</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8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9988901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ja-JP" altLang="en-US"/>
              <a:t>マスター タイトルの書式設定</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616847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ja-JP" altLang="en-US"/>
              <a:t>マスター タイトルの書式設定</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gradFill>
            <a:gsLst>
              <a:gs pos="0">
                <a:srgbClr val="E8E6DF"/>
              </a:gs>
              <a:gs pos="100000">
                <a:srgbClr val="FFA38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696369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ja-JP" altLang="en-US"/>
              <a:t>マスター タイトルの書式設定</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gradFill>
            <a:gsLst>
              <a:gs pos="100000">
                <a:schemeClr val="accent3"/>
              </a:gs>
              <a:gs pos="8000">
                <a:schemeClr val="accent1"/>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gradFill>
            <a:gsLst>
              <a:gs pos="100000">
                <a:srgbClr val="FFB900"/>
              </a:gs>
              <a:gs pos="0">
                <a:srgbClr val="FFB3B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gradFill>
            <a:gsLst>
              <a:gs pos="100000">
                <a:srgbClr val="F4364C"/>
              </a:gs>
              <a:gs pos="0">
                <a:srgbClr val="8661C5"/>
              </a:gs>
            </a:gsLst>
            <a:lin ang="18900000" scaled="1"/>
          </a:gradFill>
        </p:spPr>
        <p:txBody>
          <a:bodyPr lIns="0" tIns="0" rIns="0" bIns="73152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gradFill>
            <a:gsLst>
              <a:gs pos="0">
                <a:srgbClr val="E8E6DF"/>
              </a:gs>
              <a:gs pos="100000">
                <a:srgbClr val="FFA38B"/>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gradFill>
            <a:gsLst>
              <a:gs pos="0">
                <a:srgbClr val="E8E6DF"/>
              </a:gs>
              <a:gs pos="100000">
                <a:srgbClr val="D4EC8E"/>
              </a:gs>
            </a:gsLst>
            <a:lin ang="18900000" scaled="1"/>
          </a:grad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90742529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ja-JP" altLang="en-US"/>
              <a:t>マスター タイトルの書式設定</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5154352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ja-JP" altLang="en-US"/>
              <a:t>マスター タイトルの書式設定</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6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gradFill>
            <a:gsLst>
              <a:gs pos="0">
                <a:srgbClr val="E8E6DF"/>
              </a:gs>
              <a:gs pos="100000">
                <a:srgbClr val="FFA38B"/>
              </a:gs>
            </a:gsLst>
            <a:lin ang="18900000" scaled="1"/>
          </a:gra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21046650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ja-JP" altLang="en-US"/>
              <a:t>マスター タイトルの書式設定</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gradFill>
            <a:gsLst>
              <a:gs pos="100000">
                <a:schemeClr val="accent3"/>
              </a:gs>
              <a:gs pos="8000">
                <a:schemeClr val="accent1"/>
              </a:gs>
            </a:gsLst>
            <a:lin ang="18900000" scaled="1"/>
          </a:gradFill>
        </p:spPr>
        <p:txBody>
          <a:bodyPr lIns="0" tIns="0" rIns="0" bIns="594360" anchor="ctr" anchorCtr="0">
            <a:noAutofit/>
          </a:bodyPr>
          <a:lstStyle>
            <a:lvl1pPr marL="0" indent="0" algn="ctr">
              <a:lnSpc>
                <a:spcPct val="100000"/>
              </a:lnSpc>
              <a:buNone/>
              <a:defRPr sz="5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gradFill>
            <a:gsLst>
              <a:gs pos="100000">
                <a:srgbClr val="FFB900"/>
              </a:gs>
              <a:gs pos="0">
                <a:srgbClr val="FFB3BB"/>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gradFill>
            <a:gsLst>
              <a:gs pos="100000">
                <a:srgbClr val="F4364C"/>
              </a:gs>
              <a:gs pos="0">
                <a:srgbClr val="8661C5"/>
              </a:gs>
            </a:gsLst>
            <a:lin ang="18900000" scaled="1"/>
          </a:gradFill>
        </p:spPr>
        <p:txBody>
          <a:bodyPr lIns="0" tIns="0" rIns="0" bIns="594360" anchor="ctr" anchorCtr="0">
            <a:noAutofit/>
          </a:bodyPr>
          <a:lstStyle>
            <a:lvl1pPr marL="0" indent="0" algn="ctr">
              <a:lnSpc>
                <a:spcPct val="100000"/>
              </a:lnSpc>
              <a:buNone/>
              <a:defRPr sz="500" b="1">
                <a:solidFill>
                  <a:schemeClr val="bg1"/>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gradFill>
            <a:gsLst>
              <a:gs pos="0">
                <a:srgbClr val="E8E6DF"/>
              </a:gs>
              <a:gs pos="100000">
                <a:srgbClr val="FFA38B"/>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gradFill>
            <a:gsLst>
              <a:gs pos="0">
                <a:srgbClr val="E8E6DF"/>
              </a:gs>
              <a:gs pos="100000">
                <a:srgbClr val="D4EC8E"/>
              </a:gs>
            </a:gsLst>
            <a:lin ang="18900000" scaled="1"/>
          </a:grad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ja-JP" altLang="en-US"/>
              <a:t>マスター テキストの書式設定</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15989592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1"/>
            <a:ext cx="3182027" cy="3959217"/>
          </a:xfrm>
        </p:spPr>
        <p:txBody>
          <a:bodyPr anchor="t"/>
          <a:lstStyle>
            <a:lvl1pPr>
              <a:defRPr>
                <a:solidFill>
                  <a:schemeClr val="tx2"/>
                </a:solidFill>
              </a:defRPr>
            </a:lvl1pPr>
          </a:lstStyle>
          <a:p>
            <a:r>
              <a:rPr lang="en-US" dirty="0"/>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ja-JP" altLang="en-US"/>
              <a:t>マスター テキストの書式設定</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922601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ja-JP" altLang="en-US"/>
              <a:t>マスター テキストの書式設定</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6480003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ja-JP" altLang="en-US"/>
              <a:t>マスター タイトルの書式設定</a:t>
            </a:r>
            <a:endParaRPr lang="en-US" dirty="0"/>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ja-JP" altLang="en-US"/>
              <a:t>マスター テキストの書式設定</a:t>
            </a:r>
          </a:p>
        </p:txBody>
      </p:sp>
    </p:spTree>
    <p:extLst>
      <p:ext uri="{BB962C8B-B14F-4D97-AF65-F5344CB8AC3E}">
        <p14:creationId xmlns:p14="http://schemas.microsoft.com/office/powerpoint/2010/main" val="16189093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2"/>
                </a:solidFill>
              </a:defRPr>
            </a:lvl1pPr>
          </a:lstStyle>
          <a:p>
            <a:r>
              <a:rPr lang="ja-JP" altLang="en-US"/>
              <a:t>マスター タイトルの書式設定</a:t>
            </a:r>
            <a:endParaRPr lang="en-US" dirty="0"/>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3595878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2"/>
                </a:solidFill>
              </a:defRPr>
            </a:lvl1pPr>
          </a:lstStyle>
          <a:p>
            <a:r>
              <a:rPr lang="ja-JP" altLang="en-US"/>
              <a:t>マスター タイトルの書式設定</a:t>
            </a:r>
            <a:endParaRPr lang="en-US" dirty="0"/>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6310263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2"/>
                </a:solidFill>
              </a:defRPr>
            </a:lvl1pPr>
          </a:lstStyle>
          <a:p>
            <a:r>
              <a:rPr lang="en-US" dirty="0"/>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3481096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2"/>
                </a:solidFill>
              </a:defRPr>
            </a:lvl1pPr>
          </a:lstStyle>
          <a:p>
            <a:r>
              <a:rPr lang="en-US" dirty="0"/>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28546783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vert="horz" wrap="square" lIns="0" tIns="0" rIns="0" bIns="0" rtlCol="0" anchor="b" anchorCtr="0">
            <a:spAutoFit/>
          </a:bodyPr>
          <a:lstStyle>
            <a:lvl1pPr>
              <a:defRPr lang="en-US" sz="4000" dirty="0"/>
            </a:lvl1pPr>
          </a:lstStyle>
          <a:p>
            <a:pPr lvl="0">
              <a:lnSpc>
                <a:spcPct val="90000"/>
              </a:lnSpc>
            </a:pPr>
            <a:r>
              <a:rPr lang="en-US" dirty="0"/>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27544182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25268851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1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4461476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2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22694306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3_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solidFill>
                  <a:schemeClr val="bg1"/>
                </a:solidFill>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19741171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14289971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_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3588048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13499085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7888054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_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16802968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3_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2618671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Quot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0D155-47E8-D819-5FA4-748607570A1C}"/>
              </a:ext>
            </a:extLst>
          </p:cNvPr>
          <p:cNvSpPr>
            <a:spLocks noGrp="1"/>
          </p:cNvSpPr>
          <p:nvPr>
            <p:ph type="title"/>
          </p:nvPr>
        </p:nvSpPr>
        <p:spPr/>
        <p:txBody>
          <a:bodyPr/>
          <a:lstStyle>
            <a:lvl1pPr>
              <a:defRPr>
                <a:solidFill>
                  <a:schemeClr val="tx1"/>
                </a:solidFill>
              </a:defRPr>
            </a:lvl1pPr>
          </a:lstStyle>
          <a:p>
            <a:r>
              <a:rPr lang="ja-JP" altLang="en-US"/>
              <a:t>マスター タイトルの書式設定</a:t>
            </a:r>
            <a:endParaRPr lang="en-US"/>
          </a:p>
        </p:txBody>
      </p:sp>
      <p:sp>
        <p:nvSpPr>
          <p:cNvPr id="3" name="Picture Placeholder 9">
            <a:extLst>
              <a:ext uri="{FF2B5EF4-FFF2-40B4-BE49-F238E27FC236}">
                <a16:creationId xmlns:a16="http://schemas.microsoft.com/office/drawing/2014/main" id="{5022EE65-FBB2-C961-B89F-9DADBDB2DB30}"/>
              </a:ext>
            </a:extLst>
          </p:cNvPr>
          <p:cNvSpPr>
            <a:spLocks noGrp="1"/>
          </p:cNvSpPr>
          <p:nvPr>
            <p:ph type="pic" sz="quarter" idx="14" hasCustomPrompt="1"/>
          </p:nvPr>
        </p:nvSpPr>
        <p:spPr>
          <a:xfrm>
            <a:off x="7827263" y="2199576"/>
            <a:ext cx="3760470" cy="3760470"/>
          </a:xfrm>
          <a:prstGeom prst="rect">
            <a:avLst/>
          </a:prstGeom>
          <a:blipFill>
            <a:blip r:embed="rId3"/>
            <a:stretch>
              <a:fillRect/>
            </a:stretch>
          </a:blipFill>
          <a:effectLst>
            <a:outerShdw blurRad="215900" dist="190500" dir="2700000" sx="101000" sy="101000" algn="ctr" rotWithShape="0">
              <a:srgbClr val="000000">
                <a:alpha val="23000"/>
              </a:srgbClr>
            </a:outerShdw>
          </a:effectLst>
        </p:spPr>
        <p:txBody>
          <a:bodyPr vert="horz" wrap="square" lIns="0" tIns="0" rIns="0" bIns="0" rtlCol="0" anchor="ctr" anchorCtr="0">
            <a:normAutofit/>
          </a:bodyPr>
          <a:lstStyle>
            <a:lvl1pPr marL="228600" indent="-228600" algn="ctr">
              <a:buNone/>
              <a:defRPr lang="en-US" sz="1800" b="1">
                <a:solidFill>
                  <a:schemeClr val="tx1"/>
                </a:solidFill>
                <a:latin typeface="+mn-lt"/>
              </a:defRPr>
            </a:lvl1pPr>
          </a:lstStyle>
          <a:p>
            <a:pPr marL="228600" lvl="0" indent="-228600" algn="ctr"/>
            <a:r>
              <a:rPr lang="en-US" dirty="0"/>
              <a:t>Click to insert photo</a:t>
            </a:r>
          </a:p>
        </p:txBody>
      </p:sp>
      <p:sp>
        <p:nvSpPr>
          <p:cNvPr id="5" name="Text Placeholder 11">
            <a:extLst>
              <a:ext uri="{FF2B5EF4-FFF2-40B4-BE49-F238E27FC236}">
                <a16:creationId xmlns:a16="http://schemas.microsoft.com/office/drawing/2014/main" id="{4B878651-6EA0-F1DE-DDB3-D4C07A4E5942}"/>
              </a:ext>
            </a:extLst>
          </p:cNvPr>
          <p:cNvSpPr>
            <a:spLocks noGrp="1"/>
          </p:cNvSpPr>
          <p:nvPr>
            <p:ph type="body" sz="quarter" idx="17"/>
          </p:nvPr>
        </p:nvSpPr>
        <p:spPr>
          <a:xfrm>
            <a:off x="1245931" y="3206751"/>
            <a:ext cx="2706480" cy="1477328"/>
          </a:xfrm>
        </p:spPr>
        <p:txBody>
          <a:bodyPr anchor="t"/>
          <a:lstStyle>
            <a:lvl1pPr marL="0" indent="0">
              <a:spcBef>
                <a:spcPts val="0"/>
              </a:spcBef>
              <a:buNone/>
              <a:defRPr sz="3200">
                <a:solidFill>
                  <a:schemeClr val="tx1"/>
                </a:solidFill>
                <a:latin typeface="+mj-lt"/>
              </a:defRPr>
            </a:lvl1pPr>
          </a:lstStyle>
          <a:p>
            <a:pPr lvl="0"/>
            <a:r>
              <a:rPr lang="ja-JP" altLang="en-US"/>
              <a:t>マスター テキストの書式設定</a:t>
            </a:r>
          </a:p>
        </p:txBody>
      </p:sp>
      <p:sp>
        <p:nvSpPr>
          <p:cNvPr id="10" name="Freeform: Shape 9">
            <a:extLst>
              <a:ext uri="{FF2B5EF4-FFF2-40B4-BE49-F238E27FC236}">
                <a16:creationId xmlns:a16="http://schemas.microsoft.com/office/drawing/2014/main" id="{52A3F807-DEFB-6026-D7BD-82284EB7FB76}"/>
              </a:ext>
            </a:extLst>
          </p:cNvPr>
          <p:cNvSpPr/>
          <p:nvPr/>
        </p:nvSpPr>
        <p:spPr>
          <a:xfrm>
            <a:off x="552732" y="2199576"/>
            <a:ext cx="693200" cy="604267"/>
          </a:xfrm>
          <a:custGeom>
            <a:avLst/>
            <a:gdLst>
              <a:gd name="connsiteX0" fmla="*/ 393237 w 674431"/>
              <a:gd name="connsiteY0" fmla="*/ 0 h 587906"/>
              <a:gd name="connsiteX1" fmla="*/ 616089 w 674431"/>
              <a:gd name="connsiteY1" fmla="*/ 0 h 587906"/>
              <a:gd name="connsiteX2" fmla="*/ 616151 w 674431"/>
              <a:gd name="connsiteY2" fmla="*/ 0 h 587906"/>
              <a:gd name="connsiteX3" fmla="*/ 674431 w 674431"/>
              <a:gd name="connsiteY3" fmla="*/ 58280 h 587906"/>
              <a:gd name="connsiteX4" fmla="*/ 674431 w 674431"/>
              <a:gd name="connsiteY4" fmla="*/ 221738 h 587906"/>
              <a:gd name="connsiteX5" fmla="*/ 597219 w 674431"/>
              <a:gd name="connsiteY5" fmla="*/ 471750 h 587906"/>
              <a:gd name="connsiteX6" fmla="*/ 393361 w 674431"/>
              <a:gd name="connsiteY6" fmla="*/ 587630 h 587906"/>
              <a:gd name="connsiteX7" fmla="*/ 380245 w 674431"/>
              <a:gd name="connsiteY7" fmla="*/ 577174 h 587906"/>
              <a:gd name="connsiteX8" fmla="*/ 380245 w 674431"/>
              <a:gd name="connsiteY8" fmla="*/ 489011 h 587906"/>
              <a:gd name="connsiteX9" fmla="*/ 387484 w 674431"/>
              <a:gd name="connsiteY9" fmla="*/ 478865 h 587906"/>
              <a:gd name="connsiteX10" fmla="*/ 523100 w 674431"/>
              <a:gd name="connsiteY10" fmla="*/ 363541 h 587906"/>
              <a:gd name="connsiteX11" fmla="*/ 540423 w 674431"/>
              <a:gd name="connsiteY11" fmla="*/ 283112 h 587906"/>
              <a:gd name="connsiteX12" fmla="*/ 533308 w 674431"/>
              <a:gd name="connsiteY12" fmla="*/ 276306 h 587906"/>
              <a:gd name="connsiteX13" fmla="*/ 393361 w 674431"/>
              <a:gd name="connsiteY13" fmla="*/ 276306 h 587906"/>
              <a:gd name="connsiteX14" fmla="*/ 374986 w 674431"/>
              <a:gd name="connsiteY14" fmla="*/ 257931 h 587906"/>
              <a:gd name="connsiteX15" fmla="*/ 374986 w 674431"/>
              <a:gd name="connsiteY15" fmla="*/ 18251 h 587906"/>
              <a:gd name="connsiteX16" fmla="*/ 393237 w 674431"/>
              <a:gd name="connsiteY16" fmla="*/ 0 h 587906"/>
              <a:gd name="connsiteX17" fmla="*/ 58466 w 674431"/>
              <a:gd name="connsiteY17" fmla="*/ 0 h 587906"/>
              <a:gd name="connsiteX18" fmla="*/ 281070 w 674431"/>
              <a:gd name="connsiteY18" fmla="*/ 0 h 587906"/>
              <a:gd name="connsiteX19" fmla="*/ 299445 w 674431"/>
              <a:gd name="connsiteY19" fmla="*/ 18375 h 587906"/>
              <a:gd name="connsiteX20" fmla="*/ 299445 w 674431"/>
              <a:gd name="connsiteY20" fmla="*/ 221738 h 587906"/>
              <a:gd name="connsiteX21" fmla="*/ 222233 w 674431"/>
              <a:gd name="connsiteY21" fmla="*/ 471750 h 587906"/>
              <a:gd name="connsiteX22" fmla="*/ 18375 w 674431"/>
              <a:gd name="connsiteY22" fmla="*/ 587630 h 587906"/>
              <a:gd name="connsiteX23" fmla="*/ 5259 w 674431"/>
              <a:gd name="connsiteY23" fmla="*/ 577174 h 587906"/>
              <a:gd name="connsiteX24" fmla="*/ 5259 w 674431"/>
              <a:gd name="connsiteY24" fmla="*/ 489011 h 587906"/>
              <a:gd name="connsiteX25" fmla="*/ 12497 w 674431"/>
              <a:gd name="connsiteY25" fmla="*/ 478865 h 587906"/>
              <a:gd name="connsiteX26" fmla="*/ 148114 w 674431"/>
              <a:gd name="connsiteY26" fmla="*/ 363541 h 587906"/>
              <a:gd name="connsiteX27" fmla="*/ 165437 w 674431"/>
              <a:gd name="connsiteY27" fmla="*/ 283112 h 587906"/>
              <a:gd name="connsiteX28" fmla="*/ 158322 w 674431"/>
              <a:gd name="connsiteY28" fmla="*/ 276306 h 587906"/>
              <a:gd name="connsiteX29" fmla="*/ 18375 w 674431"/>
              <a:gd name="connsiteY29" fmla="*/ 276306 h 587906"/>
              <a:gd name="connsiteX30" fmla="*/ 0 w 674431"/>
              <a:gd name="connsiteY30" fmla="*/ 257931 h 587906"/>
              <a:gd name="connsiteX31" fmla="*/ 0 w 674431"/>
              <a:gd name="connsiteY31" fmla="*/ 58466 h 587906"/>
              <a:gd name="connsiteX32" fmla="*/ 58466 w 674431"/>
              <a:gd name="connsiteY32" fmla="*/ 0 h 587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74431" h="587906">
                <a:moveTo>
                  <a:pt x="393237" y="0"/>
                </a:moveTo>
                <a:lnTo>
                  <a:pt x="616089" y="0"/>
                </a:lnTo>
                <a:lnTo>
                  <a:pt x="616151" y="0"/>
                </a:lnTo>
                <a:cubicBezTo>
                  <a:pt x="648322" y="0"/>
                  <a:pt x="674431" y="26109"/>
                  <a:pt x="674431" y="58280"/>
                </a:cubicBezTo>
                <a:lnTo>
                  <a:pt x="674431" y="221738"/>
                </a:lnTo>
                <a:cubicBezTo>
                  <a:pt x="674431" y="328152"/>
                  <a:pt x="648694" y="411490"/>
                  <a:pt x="597219" y="471750"/>
                </a:cubicBezTo>
                <a:cubicBezTo>
                  <a:pt x="548157" y="529102"/>
                  <a:pt x="480225" y="567770"/>
                  <a:pt x="393361" y="587630"/>
                </a:cubicBezTo>
                <a:cubicBezTo>
                  <a:pt x="386679" y="589177"/>
                  <a:pt x="380245" y="584042"/>
                  <a:pt x="380245" y="577174"/>
                </a:cubicBezTo>
                <a:lnTo>
                  <a:pt x="380245" y="489011"/>
                </a:lnTo>
                <a:cubicBezTo>
                  <a:pt x="380245" y="484433"/>
                  <a:pt x="383153" y="480288"/>
                  <a:pt x="387484" y="478865"/>
                </a:cubicBezTo>
                <a:cubicBezTo>
                  <a:pt x="454240" y="456778"/>
                  <a:pt x="499466" y="418295"/>
                  <a:pt x="523100" y="363541"/>
                </a:cubicBezTo>
                <a:cubicBezTo>
                  <a:pt x="535969" y="335824"/>
                  <a:pt x="541784" y="309035"/>
                  <a:pt x="540423" y="283112"/>
                </a:cubicBezTo>
                <a:cubicBezTo>
                  <a:pt x="540238" y="279276"/>
                  <a:pt x="537082" y="276306"/>
                  <a:pt x="533308" y="276306"/>
                </a:cubicBezTo>
                <a:lnTo>
                  <a:pt x="393361" y="276306"/>
                </a:lnTo>
                <a:cubicBezTo>
                  <a:pt x="383215" y="276306"/>
                  <a:pt x="374986" y="268078"/>
                  <a:pt x="374986" y="257931"/>
                </a:cubicBezTo>
                <a:lnTo>
                  <a:pt x="374986" y="18251"/>
                </a:lnTo>
                <a:cubicBezTo>
                  <a:pt x="374986" y="8167"/>
                  <a:pt x="383153" y="0"/>
                  <a:pt x="393237" y="0"/>
                </a:cubicBezTo>
                <a:close/>
                <a:moveTo>
                  <a:pt x="58466" y="0"/>
                </a:moveTo>
                <a:lnTo>
                  <a:pt x="281070" y="0"/>
                </a:lnTo>
                <a:cubicBezTo>
                  <a:pt x="291216" y="0"/>
                  <a:pt x="299445" y="8229"/>
                  <a:pt x="299445" y="18375"/>
                </a:cubicBezTo>
                <a:lnTo>
                  <a:pt x="299445" y="221738"/>
                </a:lnTo>
                <a:cubicBezTo>
                  <a:pt x="299445" y="328152"/>
                  <a:pt x="273708" y="411490"/>
                  <a:pt x="222233" y="471750"/>
                </a:cubicBezTo>
                <a:cubicBezTo>
                  <a:pt x="173171" y="529102"/>
                  <a:pt x="105239" y="567770"/>
                  <a:pt x="18375" y="587630"/>
                </a:cubicBezTo>
                <a:cubicBezTo>
                  <a:pt x="11631" y="589177"/>
                  <a:pt x="5259" y="584042"/>
                  <a:pt x="5259" y="577174"/>
                </a:cubicBezTo>
                <a:lnTo>
                  <a:pt x="5259" y="489011"/>
                </a:lnTo>
                <a:cubicBezTo>
                  <a:pt x="5259" y="484433"/>
                  <a:pt x="8167" y="480288"/>
                  <a:pt x="12497" y="478865"/>
                </a:cubicBezTo>
                <a:cubicBezTo>
                  <a:pt x="79254" y="456778"/>
                  <a:pt x="124480" y="418295"/>
                  <a:pt x="148114" y="363541"/>
                </a:cubicBezTo>
                <a:cubicBezTo>
                  <a:pt x="160983" y="335824"/>
                  <a:pt x="166798" y="309035"/>
                  <a:pt x="165437" y="283112"/>
                </a:cubicBezTo>
                <a:cubicBezTo>
                  <a:pt x="165252" y="279276"/>
                  <a:pt x="162096" y="276306"/>
                  <a:pt x="158322" y="276306"/>
                </a:cubicBezTo>
                <a:lnTo>
                  <a:pt x="18375" y="276306"/>
                </a:lnTo>
                <a:cubicBezTo>
                  <a:pt x="8229" y="276306"/>
                  <a:pt x="0" y="268078"/>
                  <a:pt x="0" y="257931"/>
                </a:cubicBezTo>
                <a:lnTo>
                  <a:pt x="0" y="58466"/>
                </a:lnTo>
                <a:cubicBezTo>
                  <a:pt x="0" y="26171"/>
                  <a:pt x="26171" y="0"/>
                  <a:pt x="58466" y="0"/>
                </a:cubicBezTo>
                <a:close/>
              </a:path>
            </a:pathLst>
          </a:custGeom>
          <a:solidFill>
            <a:schemeClr val="tx1"/>
          </a:solidFill>
          <a:ln w="6117" cap="flat">
            <a:noFill/>
            <a:prstDash val="solid"/>
            <a:miter/>
          </a:ln>
        </p:spPr>
        <p:txBody>
          <a:bodyPr rtlCol="0" anchor="ctr"/>
          <a:lstStyle/>
          <a:p>
            <a:endParaRPr lang="en-US"/>
          </a:p>
        </p:txBody>
      </p:sp>
      <p:sp>
        <p:nvSpPr>
          <p:cNvPr id="11" name="Text Placeholder 4">
            <a:extLst>
              <a:ext uri="{FF2B5EF4-FFF2-40B4-BE49-F238E27FC236}">
                <a16:creationId xmlns:a16="http://schemas.microsoft.com/office/drawing/2014/main" id="{6B8F6EDE-3287-C98A-2287-E97E9546E9E1}"/>
              </a:ext>
            </a:extLst>
          </p:cNvPr>
          <p:cNvSpPr>
            <a:spLocks noGrp="1"/>
          </p:cNvSpPr>
          <p:nvPr>
            <p:ph type="body" sz="quarter" idx="12" hasCustomPrompt="1"/>
          </p:nvPr>
        </p:nvSpPr>
        <p:spPr>
          <a:xfrm>
            <a:off x="1245931" y="4963876"/>
            <a:ext cx="270648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Quote author</a:t>
            </a:r>
          </a:p>
        </p:txBody>
      </p:sp>
    </p:spTree>
    <p:extLst>
      <p:ext uri="{BB962C8B-B14F-4D97-AF65-F5344CB8AC3E}">
        <p14:creationId xmlns:p14="http://schemas.microsoft.com/office/powerpoint/2010/main" val="90329360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Screensho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457200"/>
            <a:ext cx="6359434" cy="553998"/>
          </a:xfrm>
        </p:spPr>
        <p:txBody>
          <a:bodyPr/>
          <a:lstStyle/>
          <a:p>
            <a:r>
              <a:rPr lang="ja-JP" altLang="en-US"/>
              <a:t>マスター タイトルの書式設定</a:t>
            </a:r>
            <a:endParaRPr lang="en-US"/>
          </a:p>
        </p:txBody>
      </p:sp>
      <p:sp>
        <p:nvSpPr>
          <p:cNvPr id="3" name="Rectangle 2">
            <a:extLst>
              <a:ext uri="{FF2B5EF4-FFF2-40B4-BE49-F238E27FC236}">
                <a16:creationId xmlns:a16="http://schemas.microsoft.com/office/drawing/2014/main" id="{D565C022-5A4E-84F5-B51B-1431B6A0AE21}"/>
              </a:ext>
            </a:extLst>
          </p:cNvPr>
          <p:cNvSpPr/>
          <p:nvPr/>
        </p:nvSpPr>
        <p:spPr bwMode="auto">
          <a:xfrm>
            <a:off x="7228114" y="292100"/>
            <a:ext cx="4659086" cy="6272213"/>
          </a:xfrm>
          <a:prstGeom prst="rect">
            <a:avLst/>
          </a:prstGeom>
          <a:gradFill>
            <a:gsLst>
              <a:gs pos="0">
                <a:srgbClr val="FFB3BB"/>
              </a:gs>
              <a:gs pos="100000">
                <a:srgbClr val="FFB900"/>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6076380" y="1866864"/>
            <a:ext cx="5544120" cy="3124272"/>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dirty="0"/>
              <a:t>Drag &amp; drop your photo here or click or tap icon below to insert</a:t>
            </a:r>
          </a:p>
        </p:txBody>
      </p:sp>
      <p:sp>
        <p:nvSpPr>
          <p:cNvPr id="17" name="Content Placeholder 4">
            <a:extLst>
              <a:ext uri="{FF2B5EF4-FFF2-40B4-BE49-F238E27FC236}">
                <a16:creationId xmlns:a16="http://schemas.microsoft.com/office/drawing/2014/main" id="{1020F17E-67BE-FC02-AF7B-709A3923C231}"/>
              </a:ext>
            </a:extLst>
          </p:cNvPr>
          <p:cNvSpPr>
            <a:spLocks noGrp="1"/>
          </p:cNvSpPr>
          <p:nvPr>
            <p:ph sz="quarter" idx="12"/>
          </p:nvPr>
        </p:nvSpPr>
        <p:spPr>
          <a:xfrm>
            <a:off x="584200" y="1435100"/>
            <a:ext cx="5211763" cy="48339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3094932234"/>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creensho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65C022-5A4E-84F5-B51B-1431B6A0AE21}"/>
              </a:ext>
            </a:extLst>
          </p:cNvPr>
          <p:cNvSpPr/>
          <p:nvPr/>
        </p:nvSpPr>
        <p:spPr bwMode="auto">
          <a:xfrm>
            <a:off x="304800" y="292100"/>
            <a:ext cx="11582400" cy="6272213"/>
          </a:xfrm>
          <a:prstGeom prst="rect">
            <a:avLst/>
          </a:prstGeom>
          <a:gradFill>
            <a:gsLst>
              <a:gs pos="64000">
                <a:srgbClr val="0D82CB"/>
              </a:gs>
              <a:gs pos="0">
                <a:srgbClr val="7FDE7B"/>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2896801"/>
            <a:ext cx="3590037" cy="1661993"/>
          </a:xfrm>
        </p:spPr>
        <p:txBody>
          <a:bodyPr/>
          <a:lstStyle>
            <a:lvl1pPr algn="l">
              <a:defRPr>
                <a:solidFill>
                  <a:schemeClr val="tx1"/>
                </a:solidFill>
              </a:defRPr>
            </a:lvl1pPr>
          </a:lstStyle>
          <a:p>
            <a:r>
              <a:rPr lang="ja-JP" altLang="en-US"/>
              <a:t>マスター タイトルの書式設定</a:t>
            </a:r>
            <a:endParaRPr lang="en-US" dirty="0"/>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461762" y="1490647"/>
            <a:ext cx="6879337" cy="3876706"/>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dirty="0"/>
              <a:t>Drag &amp; drop your photo here or click or tap icon below to insert</a:t>
            </a:r>
          </a:p>
        </p:txBody>
      </p:sp>
    </p:spTree>
    <p:extLst>
      <p:ext uri="{BB962C8B-B14F-4D97-AF65-F5344CB8AC3E}">
        <p14:creationId xmlns:p14="http://schemas.microsoft.com/office/powerpoint/2010/main" val="66392937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Photoslide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1"/>
                </a:solidFill>
              </a:defRPr>
            </a:lvl1pPr>
          </a:lstStyle>
          <a:p>
            <a:r>
              <a:rPr lang="ja-JP" altLang="en-US"/>
              <a:t>マスター タイトルの書式設定</a:t>
            </a:r>
            <a:endParaRPr lang="en-US" dirty="0"/>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204363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3" name="Picture Placeholder 15">
            <a:extLst>
              <a:ext uri="{FF2B5EF4-FFF2-40B4-BE49-F238E27FC236}">
                <a16:creationId xmlns:a16="http://schemas.microsoft.com/office/drawing/2014/main" id="{90C592A4-DBC6-A7A9-63D9-5020A47499F3}"/>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dirty="0"/>
              <a:t>Drag &amp; drop your photo here or click or tap icon below to insert</a:t>
            </a:r>
          </a:p>
        </p:txBody>
      </p:sp>
    </p:spTree>
    <p:extLst>
      <p:ext uri="{BB962C8B-B14F-4D97-AF65-F5344CB8AC3E}">
        <p14:creationId xmlns:p14="http://schemas.microsoft.com/office/powerpoint/2010/main" val="74890369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Photo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2"/>
                </a:solidFill>
              </a:defRPr>
            </a:lvl1pPr>
          </a:lstStyle>
          <a:p>
            <a:r>
              <a:rPr lang="ja-JP" altLang="en-US"/>
              <a:t>マスター タイトルの書式設定</a:t>
            </a:r>
            <a:endParaRPr lang="en-US" dirty="0"/>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Picture Placeholder 15">
            <a:extLst>
              <a:ext uri="{FF2B5EF4-FFF2-40B4-BE49-F238E27FC236}">
                <a16:creationId xmlns:a16="http://schemas.microsoft.com/office/drawing/2014/main" id="{830D09FD-2495-FD73-64EA-14E484039EF8}"/>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dirty="0"/>
              <a:t>Drag &amp; drop your photo here or click or tap icon below to insert</a:t>
            </a:r>
          </a:p>
        </p:txBody>
      </p:sp>
    </p:spTree>
    <p:extLst>
      <p:ext uri="{BB962C8B-B14F-4D97-AF65-F5344CB8AC3E}">
        <p14:creationId xmlns:p14="http://schemas.microsoft.com/office/powerpoint/2010/main" val="4168586858"/>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hank you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2"/>
                </a:solidFill>
                <a:latin typeface="+mj-lt"/>
                <a:cs typeface="Segoe UI" panose="020B0502040204020203" pitchFamily="34" charset="0"/>
              </a:defRPr>
            </a:lvl1pPr>
          </a:lstStyle>
          <a:p>
            <a:r>
              <a:rPr lang="en-US" dirty="0"/>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UI" panose="020B0502040204020203" pitchFamily="34" charset="0"/>
              </a:defRPr>
            </a:lvl1pPr>
          </a:lstStyle>
          <a:p>
            <a:pPr lvl="0"/>
            <a:r>
              <a:rPr lang="en-US" dirty="0"/>
              <a:t>Contact information</a:t>
            </a:r>
          </a:p>
        </p:txBody>
      </p:sp>
      <p:pic>
        <p:nvPicPr>
          <p:cNvPr id="8" name="MS logo gray - EMF" descr="Microsoft logo, gray text version">
            <a:extLst>
              <a:ext uri="{FF2B5EF4-FFF2-40B4-BE49-F238E27FC236}">
                <a16:creationId xmlns:a16="http://schemas.microsoft.com/office/drawing/2014/main" id="{4B828D67-4891-FD7F-4AA2-E9E4A652519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360993208"/>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Thank you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798286"/>
            <a:ext cx="4663440" cy="738664"/>
          </a:xfrm>
          <a:noFill/>
        </p:spPr>
        <p:txBody>
          <a:bodyPr wrap="square" lIns="0" tIns="0" rIns="0" bIns="0" anchor="b" anchorCtr="0">
            <a:spAutoFit/>
          </a:bodyPr>
          <a:lstStyle>
            <a:lvl1pPr>
              <a:defRPr sz="4800" spc="-50" baseline="0">
                <a:solidFill>
                  <a:schemeClr val="tx2"/>
                </a:solidFill>
                <a:latin typeface="+mj-lt"/>
                <a:cs typeface="Segoe UI" panose="020B0502040204020203" pitchFamily="34" charset="0"/>
              </a:defRPr>
            </a:lvl1pPr>
          </a:lstStyle>
          <a:p>
            <a:r>
              <a:rPr lang="en-US" dirty="0"/>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847464"/>
            <a:ext cx="3898901" cy="246221"/>
          </a:xfrm>
          <a:noFill/>
        </p:spPr>
        <p:txBody>
          <a:bodyPr wrap="square" lIns="0" tIns="0" rIns="0" bIns="0" anchor="b" anchorCtr="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dirty="0"/>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5106140"/>
            <a:ext cx="3898901" cy="184666"/>
          </a:xfrm>
          <a:noFill/>
        </p:spPr>
        <p:txBody>
          <a:bodyPr wrap="square" lIns="0" tIns="0" rIns="0" bIns="0">
            <a:spAutoFit/>
          </a:bodyPr>
          <a:lstStyle>
            <a:lvl1pPr marL="0" indent="0">
              <a:spcBef>
                <a:spcPts val="0"/>
              </a:spcBef>
              <a:buNone/>
              <a:defRPr sz="1200" spc="0" baseline="0">
                <a:solidFill>
                  <a:schemeClr val="tx1"/>
                </a:solidFill>
                <a:latin typeface="+mn-lt"/>
                <a:cs typeface="Segoe UI" panose="020B0502040204020203" pitchFamily="34" charset="0"/>
              </a:defRPr>
            </a:lvl1pPr>
          </a:lstStyle>
          <a:p>
            <a:pPr lvl="0"/>
            <a:r>
              <a:rPr lang="en-US" dirty="0"/>
              <a:t>Contact information</a:t>
            </a:r>
          </a:p>
        </p:txBody>
      </p:sp>
      <p:pic>
        <p:nvPicPr>
          <p:cNvPr id="8" name="MS logo gray - EMF" descr="Microsoft logo, gray text version">
            <a:extLst>
              <a:ext uri="{FF2B5EF4-FFF2-40B4-BE49-F238E27FC236}">
                <a16:creationId xmlns:a16="http://schemas.microsoft.com/office/drawing/2014/main" id="{4B828D67-4891-FD7F-4AA2-E9E4A652519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291411529"/>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8832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168996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06553754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mj-lt"/>
                <a:ea typeface="Segoe UI" pitchFamily="34" charset="0"/>
                <a:cs typeface="Segoe UI" pitchFamily="34" charset="0"/>
              </a:defRPr>
            </a:lvl1pPr>
          </a:lstStyle>
          <a:p>
            <a:r>
              <a:rPr lang="ja-JP" altLang="en-US"/>
              <a:t>マスター タイトルの書式設定</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7564565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cSld name="1_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1AE380-3F53-E692-9808-00C72E56FE4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BF998EB-668F-3F25-6D1B-BA299D2051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347C967-ECCA-41AE-6674-64E5705366CE}"/>
              </a:ext>
            </a:extLst>
          </p:cNvPr>
          <p:cNvSpPr>
            <a:spLocks noGrp="1"/>
          </p:cNvSpPr>
          <p:nvPr>
            <p:ph type="dt" sz="half" idx="10"/>
          </p:nvPr>
        </p:nvSpPr>
        <p:spPr/>
        <p:txBody>
          <a:bodyPr/>
          <a:lstStyle/>
          <a:p>
            <a:fld id="{501230C7-5423-43F0-AE08-EE409515EA12}" type="datetimeFigureOut">
              <a:rPr kumimoji="1" lang="ja-JP" altLang="en-US" smtClean="0"/>
              <a:t>2026/5/29</a:t>
            </a:fld>
            <a:endParaRPr kumimoji="1" lang="ja-JP" altLang="en-US"/>
          </a:p>
        </p:txBody>
      </p:sp>
      <p:sp>
        <p:nvSpPr>
          <p:cNvPr id="5" name="フッター プレースホルダー 4">
            <a:extLst>
              <a:ext uri="{FF2B5EF4-FFF2-40B4-BE49-F238E27FC236}">
                <a16:creationId xmlns:a16="http://schemas.microsoft.com/office/drawing/2014/main" id="{9E341A00-D236-8069-F329-97CA85365A0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2BFEA8-F1E5-1CFF-7A7A-E5508A41E3A2}"/>
              </a:ext>
            </a:extLst>
          </p:cNvPr>
          <p:cNvSpPr>
            <a:spLocks noGrp="1"/>
          </p:cNvSpPr>
          <p:nvPr>
            <p:ph type="sldNum" sz="quarter" idx="12"/>
          </p:nvPr>
        </p:nvSpPr>
        <p:spPr/>
        <p:txBody>
          <a:bodyPr/>
          <a:lstStyle/>
          <a:p>
            <a:fld id="{9A5834EC-8B3F-46D7-B2EA-DA52255AF192}" type="slidenum">
              <a:rPr kumimoji="1" lang="ja-JP" altLang="en-US" smtClean="0"/>
              <a:t>‹#›</a:t>
            </a:fld>
            <a:endParaRPr kumimoji="1" lang="ja-JP" altLang="en-US"/>
          </a:p>
        </p:txBody>
      </p:sp>
    </p:spTree>
    <p:extLst>
      <p:ext uri="{BB962C8B-B14F-4D97-AF65-F5344CB8AC3E}">
        <p14:creationId xmlns:p14="http://schemas.microsoft.com/office/powerpoint/2010/main" val="687655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image" Target="../media/image1.sv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ja-JP" altLang="en-US"/>
              <a:t>マスター タイトルの書式設定</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7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8003466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Lst>
  <p:transition>
    <p:fade/>
  </p:transition>
  <p:txStyles>
    <p:titleStyle>
      <a:lvl1pPr algn="l" defTabSz="932742" rtl="0" eaLnBrk="1" latinLnBrk="0" hangingPunct="1">
        <a:lnSpc>
          <a:spcPct val="100000"/>
        </a:lnSpc>
        <a:spcBef>
          <a:spcPct val="0"/>
        </a:spcBef>
        <a:buNone/>
        <a:defRPr kumimoji="1"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en-US"/>
      </a:defPPr>
      <a:lvl1pPr marL="0" algn="l" defTabSz="932742" rtl="0" eaLnBrk="1" latinLnBrk="0" hangingPunct="1">
        <a:defRPr kumimoji="1" sz="1800" kern="1200">
          <a:solidFill>
            <a:schemeClr val="tx1"/>
          </a:solidFill>
          <a:latin typeface="+mn-lt"/>
          <a:ea typeface="+mn-ea"/>
          <a:cs typeface="+mn-cs"/>
        </a:defRPr>
      </a:lvl1pPr>
      <a:lvl2pPr marL="466371" algn="l" defTabSz="932742" rtl="0" eaLnBrk="1" latinLnBrk="0" hangingPunct="1">
        <a:defRPr kumimoji="1" sz="1800" kern="1200">
          <a:solidFill>
            <a:schemeClr val="tx1"/>
          </a:solidFill>
          <a:latin typeface="+mn-lt"/>
          <a:ea typeface="+mn-ea"/>
          <a:cs typeface="+mn-cs"/>
        </a:defRPr>
      </a:lvl2pPr>
      <a:lvl3pPr marL="932742" algn="l" defTabSz="932742" rtl="0" eaLnBrk="1" latinLnBrk="0" hangingPunct="1">
        <a:defRPr kumimoji="1" sz="1800" kern="1200">
          <a:solidFill>
            <a:schemeClr val="tx1"/>
          </a:solidFill>
          <a:latin typeface="+mn-lt"/>
          <a:ea typeface="+mn-ea"/>
          <a:cs typeface="+mn-cs"/>
        </a:defRPr>
      </a:lvl3pPr>
      <a:lvl4pPr marL="1399113" algn="l" defTabSz="932742" rtl="0" eaLnBrk="1" latinLnBrk="0" hangingPunct="1">
        <a:defRPr kumimoji="1" sz="1800" kern="1200">
          <a:solidFill>
            <a:schemeClr val="tx1"/>
          </a:solidFill>
          <a:latin typeface="+mn-lt"/>
          <a:ea typeface="+mn-ea"/>
          <a:cs typeface="+mn-cs"/>
        </a:defRPr>
      </a:lvl4pPr>
      <a:lvl5pPr marL="1865484" algn="l" defTabSz="932742" rtl="0" eaLnBrk="1" latinLnBrk="0" hangingPunct="1">
        <a:defRPr kumimoji="1" sz="1800" kern="1200">
          <a:solidFill>
            <a:schemeClr val="tx1"/>
          </a:solidFill>
          <a:latin typeface="+mn-lt"/>
          <a:ea typeface="+mn-ea"/>
          <a:cs typeface="+mn-cs"/>
        </a:defRPr>
      </a:lvl5pPr>
      <a:lvl6pPr marL="2331856" algn="l" defTabSz="932742" rtl="0" eaLnBrk="1" latinLnBrk="0" hangingPunct="1">
        <a:defRPr kumimoji="1" sz="1800" kern="1200">
          <a:solidFill>
            <a:schemeClr val="tx1"/>
          </a:solidFill>
          <a:latin typeface="+mn-lt"/>
          <a:ea typeface="+mn-ea"/>
          <a:cs typeface="+mn-cs"/>
        </a:defRPr>
      </a:lvl6pPr>
      <a:lvl7pPr marL="2798226" algn="l" defTabSz="932742" rtl="0" eaLnBrk="1" latinLnBrk="0" hangingPunct="1">
        <a:defRPr kumimoji="1" sz="1800" kern="1200">
          <a:solidFill>
            <a:schemeClr val="tx1"/>
          </a:solidFill>
          <a:latin typeface="+mn-lt"/>
          <a:ea typeface="+mn-ea"/>
          <a:cs typeface="+mn-cs"/>
        </a:defRPr>
      </a:lvl7pPr>
      <a:lvl8pPr marL="3264597" algn="l" defTabSz="932742" rtl="0" eaLnBrk="1" latinLnBrk="0" hangingPunct="1">
        <a:defRPr kumimoji="1" sz="1800" kern="1200">
          <a:solidFill>
            <a:schemeClr val="tx1"/>
          </a:solidFill>
          <a:latin typeface="+mn-lt"/>
          <a:ea typeface="+mn-ea"/>
          <a:cs typeface="+mn-cs"/>
        </a:defRPr>
      </a:lvl8pPr>
      <a:lvl9pPr marL="3730969" algn="l" defTabSz="932742"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hyperlink" Target="https://zenn.dev/okazuki" TargetMode="Externa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302670"/>
            <a:ext cx="7411224" cy="1231106"/>
          </a:xfrm>
        </p:spPr>
        <p:txBody>
          <a:bodyPr/>
          <a:lstStyle/>
          <a:p>
            <a:r>
              <a:rPr lang="ja-JP" dirty="0"/>
              <a:t>Aspire と GitHub Copilot の連携</a:t>
            </a:r>
          </a:p>
        </p:txBody>
      </p:sp>
      <p:sp>
        <p:nvSpPr>
          <p:cNvPr id="3" name="Text Placeholder 4"/>
          <p:cNvSpPr>
            <a:spLocks noGrp="1"/>
          </p:cNvSpPr>
          <p:nvPr>
            <p:ph type="body" sz="quarter" idx="12"/>
          </p:nvPr>
        </p:nvSpPr>
        <p:spPr/>
        <p:txBody>
          <a:bodyPr/>
          <a:lstStyle/>
          <a:p>
            <a:r>
              <a:rPr lang="ja-JP" dirty="0"/>
              <a:t>Kazuki Ota / 日本マイクロソフト</a:t>
            </a:r>
          </a:p>
          <a:p>
            <a:r>
              <a:rPr lang="en-US" dirty="0"/>
              <a:t>@okazuki</a:t>
            </a:r>
          </a:p>
          <a:p>
            <a:r>
              <a:rPr lang="ja-JP" dirty="0"/>
              <a:t>2026/05/29 超dotnet new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553998"/>
          </a:xfrm>
        </p:spPr>
        <p:txBody>
          <a:bodyPr wrap="square" anchor="t">
            <a:normAutofit/>
          </a:bodyPr>
          <a:lstStyle/>
          <a:p>
            <a:r>
              <a:rPr lang="ja-JP" dirty="0"/>
              <a:t>自己紹介</a:t>
            </a:r>
          </a:p>
        </p:txBody>
      </p:sp>
      <p:sp>
        <p:nvSpPr>
          <p:cNvPr id="3" name="Content Placeholder 3"/>
          <p:cNvSpPr>
            <a:spLocks noGrp="1"/>
          </p:cNvSpPr>
          <p:nvPr>
            <p:ph sz="quarter" idx="12"/>
          </p:nvPr>
        </p:nvSpPr>
        <p:spPr>
          <a:xfrm>
            <a:off x="584200" y="1435100"/>
            <a:ext cx="5511800" cy="4833938"/>
          </a:xfrm>
        </p:spPr>
        <p:txBody>
          <a:bodyPr wrap="square">
            <a:normAutofit lnSpcReduction="10000"/>
          </a:bodyPr>
          <a:lstStyle/>
          <a:p>
            <a:pPr marL="0" indent="0">
              <a:buNone/>
            </a:pPr>
            <a:r>
              <a:rPr lang="en-US" altLang="ja-JP" dirty="0"/>
              <a:t>Cloud Solution Architect &amp; Evangelist</a:t>
            </a:r>
            <a:r>
              <a:rPr lang="ja-JP" altLang="ja-JP" dirty="0"/>
              <a:t> / 日本マイクロソフト</a:t>
            </a:r>
          </a:p>
          <a:p>
            <a:pPr marL="0" lvl="0" indent="0">
              <a:buNone/>
            </a:pPr>
            <a:r>
              <a:rPr lang="ja-JP" dirty="0"/>
              <a:t>大田 一希 (Kazuki Ota)</a:t>
            </a:r>
            <a:endParaRPr lang="en-US" altLang="ja-JP" dirty="0"/>
          </a:p>
          <a:p>
            <a:pPr lvl="0"/>
            <a:endParaRPr lang="en-US" altLang="ja-JP" dirty="0"/>
          </a:p>
          <a:p>
            <a:pPr marL="0" lvl="0" indent="0">
              <a:buNone/>
            </a:pPr>
            <a:r>
              <a:rPr lang="en-US" altLang="ja-JP" dirty="0"/>
              <a:t>SNS/</a:t>
            </a:r>
            <a:r>
              <a:rPr lang="ja-JP" altLang="en-US" dirty="0"/>
              <a:t>ブログ</a:t>
            </a:r>
            <a:endParaRPr lang="ja-JP" dirty="0"/>
          </a:p>
          <a:p>
            <a:pPr lvl="0"/>
            <a:r>
              <a:rPr lang="en-US" dirty="0"/>
              <a:t>X / GitHub: @okazuki/@runceel</a:t>
            </a:r>
          </a:p>
          <a:p>
            <a:pPr lvl="0"/>
            <a:r>
              <a:rPr lang="en-US" dirty="0"/>
              <a:t>Zenn: </a:t>
            </a:r>
            <a:r>
              <a:rPr lang="en-US" dirty="0">
                <a:hlinkClick r:id="rId2"/>
              </a:rPr>
              <a:t>https://zenn.dev/okazuki</a:t>
            </a:r>
            <a:endParaRPr lang="en-US" dirty="0"/>
          </a:p>
          <a:p>
            <a:pPr marL="0" lvl="0" indent="0">
              <a:buNone/>
            </a:pPr>
            <a:endParaRPr lang="en-US" dirty="0"/>
          </a:p>
          <a:p>
            <a:pPr marL="0" lvl="0" indent="0">
              <a:buNone/>
            </a:pPr>
            <a:r>
              <a:rPr lang="ja-JP" altLang="en-US" dirty="0"/>
              <a:t>最近のマイブーム</a:t>
            </a:r>
            <a:endParaRPr lang="en-US" dirty="0"/>
          </a:p>
          <a:p>
            <a:pPr lvl="0"/>
            <a:r>
              <a:rPr lang="en-US" dirty="0"/>
              <a:t>GitHub Copilot app</a:t>
            </a:r>
          </a:p>
        </p:txBody>
      </p:sp>
      <p:pic>
        <p:nvPicPr>
          <p:cNvPr id="5" name="図 4" descr="A person is standing against a wall with a large, colorful display of the Microsoft Windows logo.&#10;&#10;AI 生成コンテンツは誤りを含む可能性があります。">
            <a:extLst>
              <a:ext uri="{FF2B5EF4-FFF2-40B4-BE49-F238E27FC236}">
                <a16:creationId xmlns:a16="http://schemas.microsoft.com/office/drawing/2014/main" id="{31940806-BA72-485D-016F-A8618760F9DD}"/>
              </a:ext>
            </a:extLst>
          </p:cNvPr>
          <p:cNvPicPr>
            <a:picLocks noChangeAspect="1"/>
          </p:cNvPicPr>
          <p:nvPr/>
        </p:nvPicPr>
        <p:blipFill>
          <a:blip r:embed="rId3">
            <a:extLst>
              <a:ext uri="{28A0092B-C50C-407E-A947-70E740481C1C}">
                <a14:useLocalDpi xmlns:a14="http://schemas.microsoft.com/office/drawing/2010/main" val="0"/>
              </a:ext>
            </a:extLst>
          </a:blip>
          <a:srcRect r="9298" b="2"/>
          <a:stretch>
            <a:fillRect/>
          </a:stretch>
        </p:blipFill>
        <p:spPr>
          <a:xfrm>
            <a:off x="6389688" y="1435100"/>
            <a:ext cx="5219700" cy="4833938"/>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6359434" cy="553998"/>
          </a:xfrm>
        </p:spPr>
        <p:txBody>
          <a:bodyPr wrap="square" anchor="t">
            <a:normAutofit/>
          </a:bodyPr>
          <a:lstStyle/>
          <a:p>
            <a:r>
              <a:rPr lang="ja-JP" dirty="0"/>
              <a:t>Aspire とは?</a:t>
            </a:r>
          </a:p>
        </p:txBody>
      </p:sp>
      <p:pic>
        <p:nvPicPr>
          <p:cNvPr id="20" name="Aspire Logo"/>
          <p:cNvPicPr>
            <a:picLocks noChangeAspect="1"/>
          </p:cNvPicPr>
          <p:nvPr/>
        </p:nvPicPr>
        <p:blipFill>
          <a:blip r:embed="rId2"/>
          <a:stretch/>
        </p:blipFill>
        <p:spPr>
          <a:xfrm>
            <a:off x="8163382" y="1866864"/>
            <a:ext cx="3124272" cy="3124272"/>
          </a:xfrm>
          <a:prstGeom prst="rect">
            <a:avLst/>
          </a:prstGeom>
          <a:noFill/>
          <a:effectLst>
            <a:outerShdw blurRad="241300" dist="304800" dir="2700000" sx="101000" sy="101000" algn="ctr" rotWithShape="0">
              <a:srgbClr val="000000">
                <a:alpha val="17000"/>
              </a:srgbClr>
            </a:outerShdw>
          </a:effectLst>
        </p:spPr>
      </p:pic>
      <p:sp>
        <p:nvSpPr>
          <p:cNvPr id="3" name="Content Placeholder 3"/>
          <p:cNvSpPr>
            <a:spLocks noGrp="1"/>
          </p:cNvSpPr>
          <p:nvPr>
            <p:ph sz="quarter" idx="12"/>
          </p:nvPr>
        </p:nvSpPr>
        <p:spPr>
          <a:xfrm>
            <a:off x="584200" y="1435100"/>
            <a:ext cx="6359434" cy="4833938"/>
          </a:xfrm>
        </p:spPr>
        <p:txBody>
          <a:bodyPr wrap="square">
            <a:normAutofit/>
          </a:bodyPr>
          <a:lstStyle/>
          <a:p>
            <a:pPr lvl="0"/>
            <a:r>
              <a:rPr lang="ja-JP" b="1" dirty="0"/>
              <a:t>コードファースト</a:t>
            </a:r>
            <a:r>
              <a:rPr lang="ja-JP" dirty="0"/>
              <a:t>な分散アプリの</a:t>
            </a:r>
            <a:br>
              <a:rPr lang="en-US" altLang="ja-JP" dirty="0"/>
            </a:br>
            <a:r>
              <a:rPr lang="ja-JP" dirty="0"/>
              <a:t>オーケストレーション</a:t>
            </a:r>
          </a:p>
          <a:p>
            <a:pPr lvl="1"/>
            <a:r>
              <a:rPr lang="ja-JP" dirty="0"/>
              <a:t>構成は YAML ではなくコード(C# / TS)</a:t>
            </a:r>
          </a:p>
          <a:p>
            <a:pPr lvl="1"/>
            <a:r>
              <a:rPr lang="ja-JP" dirty="0"/>
              <a:t>サービス間の依存・</a:t>
            </a:r>
            <a:r>
              <a:rPr lang="ja-JP" altLang="en-US" dirty="0"/>
              <a:t>接続文字列の自動設定</a:t>
            </a:r>
            <a:endParaRPr lang="ja-JP" dirty="0"/>
          </a:p>
          <a:p>
            <a:pPr lvl="0"/>
            <a:r>
              <a:rPr lang="ja-JP" altLang="en-US" b="1" dirty="0"/>
              <a:t>複数言語</a:t>
            </a:r>
            <a:r>
              <a:rPr lang="ja-JP" b="1" dirty="0"/>
              <a:t>対応</a:t>
            </a:r>
            <a:endParaRPr lang="en-US" altLang="ja-JP" dirty="0"/>
          </a:p>
          <a:p>
            <a:pPr lvl="1"/>
            <a:r>
              <a:rPr lang="ja-JP" dirty="0"/>
              <a:t>C#、TypeScript、Python など</a:t>
            </a:r>
          </a:p>
          <a:p>
            <a:pPr lvl="0"/>
            <a:r>
              <a:rPr lang="en-US" b="1" dirty="0"/>
              <a:t>Dashboard / CLI</a:t>
            </a:r>
            <a:r>
              <a:rPr lang="ja-JP" dirty="0"/>
              <a:t>: </a:t>
            </a:r>
            <a:endParaRPr lang="en-US" altLang="ja-JP" dirty="0"/>
          </a:p>
          <a:p>
            <a:pPr lvl="1"/>
            <a:r>
              <a:rPr lang="ja-JP" dirty="0"/>
              <a:t>ログ・トレース・リソース</a:t>
            </a:r>
            <a:r>
              <a:rPr lang="ja-JP" altLang="en-US" dirty="0"/>
              <a:t>状態を確認</a:t>
            </a:r>
            <a:endParaRPr lang="ja-JP" dirty="0"/>
          </a:p>
          <a:p>
            <a:pPr lvl="0"/>
            <a:r>
              <a:rPr lang="ja-JP" b="1" dirty="0"/>
              <a:t>AIエージェント</a:t>
            </a:r>
            <a:r>
              <a:rPr lang="ja-JP" dirty="0"/>
              <a:t>との連携</a:t>
            </a:r>
            <a:r>
              <a:rPr lang="en-US" altLang="ja-JP" dirty="0"/>
              <a:t> </a:t>
            </a:r>
            <a:r>
              <a:rPr lang="en-US" altLang="ja-JP" b="1" dirty="0"/>
              <a:t>(</a:t>
            </a:r>
            <a:r>
              <a:rPr lang="ja-JP" altLang="en-US" b="1" dirty="0"/>
              <a:t>今日の本題</a:t>
            </a:r>
            <a:r>
              <a:rPr lang="en-US" altLang="ja-JP" b="1" dirty="0"/>
              <a:t>)</a:t>
            </a:r>
            <a:endParaRPr lang="ja-JP" b="1" dirty="0"/>
          </a:p>
          <a:p>
            <a:pPr lvl="1"/>
            <a:r>
              <a:rPr lang="en-US" dirty="0"/>
              <a:t>aspire agent </a:t>
            </a:r>
            <a:r>
              <a:rPr lang="en-US" dirty="0" err="1"/>
              <a:t>init</a:t>
            </a:r>
            <a:r>
              <a:rPr lang="ja-JP" dirty="0"/>
              <a:t> で設定</a:t>
            </a:r>
            <a:r>
              <a:rPr lang="ja-JP" altLang="en-US" dirty="0"/>
              <a:t>完了</a:t>
            </a:r>
            <a:endParaRPr lang="ja-JP"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aspire agent init</a:t>
            </a:r>
            <a:r>
              <a:rPr lang="ja-JP" dirty="0"/>
              <a:t> とは</a:t>
            </a:r>
          </a:p>
        </p:txBody>
      </p:sp>
      <p:sp>
        <p:nvSpPr>
          <p:cNvPr id="3" name="Content Placeholder 3"/>
          <p:cNvSpPr>
            <a:spLocks noGrp="1"/>
          </p:cNvSpPr>
          <p:nvPr>
            <p:ph sz="quarter" idx="10"/>
          </p:nvPr>
        </p:nvSpPr>
        <p:spPr>
          <a:xfrm>
            <a:off x="584199" y="1435100"/>
            <a:ext cx="11380273" cy="3471720"/>
          </a:xfrm>
        </p:spPr>
        <p:txBody>
          <a:bodyPr/>
          <a:lstStyle/>
          <a:p>
            <a:pPr marL="0" lvl="0" indent="0">
              <a:buNone/>
            </a:pPr>
            <a:r>
              <a:rPr lang="ja-JP" sz="2400" dirty="0"/>
              <a:t>AIコーディングエージェント向けの環境構成を一発で適用する</a:t>
            </a:r>
            <a:r>
              <a:rPr lang="en-US" sz="2400" dirty="0"/>
              <a:t>Aspire CLI</a:t>
            </a:r>
            <a:r>
              <a:rPr lang="ja-JP" altLang="en-US" sz="2400" dirty="0"/>
              <a:t>の</a:t>
            </a:r>
            <a:r>
              <a:rPr lang="ja-JP" sz="2400" dirty="0"/>
              <a:t>コマンド</a:t>
            </a:r>
          </a:p>
          <a:p>
            <a:pPr lvl="0">
              <a:buNone/>
            </a:pPr>
            <a:endParaRPr lang="en-US" altLang="ja-JP" sz="2400" b="1" dirty="0"/>
          </a:p>
          <a:p>
            <a:pPr lvl="0">
              <a:buNone/>
            </a:pPr>
            <a:r>
              <a:rPr lang="ja-JP" sz="2400" b="1" dirty="0">
                <a:solidFill>
                  <a:schemeClr val="tx2"/>
                </a:solidFill>
              </a:rPr>
              <a:t>追加されるもの</a:t>
            </a:r>
          </a:p>
          <a:p>
            <a:pPr lvl="0"/>
            <a:r>
              <a:rPr lang="en-US" sz="2400" b="1" dirty="0"/>
              <a:t>aspire skill</a:t>
            </a:r>
            <a:r>
              <a:rPr lang="ja-JP" sz="2400" dirty="0"/>
              <a:t> — </a:t>
            </a:r>
            <a:r>
              <a:rPr lang="en-US" sz="2400" dirty="0"/>
              <a:t>aspire CLI</a:t>
            </a:r>
            <a:r>
              <a:rPr lang="ja-JP" sz="2400" dirty="0"/>
              <a:t> と </a:t>
            </a:r>
            <a:r>
              <a:rPr lang="en-US" sz="2400" dirty="0"/>
              <a:t>AppHost</a:t>
            </a:r>
            <a:r>
              <a:rPr lang="ja-JP" sz="2400" dirty="0"/>
              <a:t> の作法を AI に伝える</a:t>
            </a:r>
          </a:p>
          <a:p>
            <a:pPr lvl="0"/>
            <a:r>
              <a:rPr lang="en-US" sz="2400" b="1" dirty="0"/>
              <a:t>dotnet-inspect skill</a:t>
            </a:r>
            <a:r>
              <a:rPr lang="ja-JP" sz="2400" dirty="0"/>
              <a:t> — .NET の API の調査</a:t>
            </a:r>
          </a:p>
          <a:p>
            <a:pPr lvl="0"/>
            <a:r>
              <a:rPr lang="en-US" sz="2400" b="1" dirty="0"/>
              <a:t>playwright CLI skill</a:t>
            </a:r>
            <a:r>
              <a:rPr lang="ja-JP" sz="2400" dirty="0"/>
              <a:t> — Web ブラウザ</a:t>
            </a:r>
            <a:r>
              <a:rPr lang="ja-JP" altLang="en-US" sz="2400" dirty="0"/>
              <a:t>の操作を行う</a:t>
            </a:r>
            <a:endParaRPr lang="ja-JP" sz="2400" dirty="0"/>
          </a:p>
          <a:p>
            <a:pPr lvl="0"/>
            <a:r>
              <a:rPr lang="en-US" sz="2400" b="1" dirty="0"/>
              <a:t>aspireify skill</a:t>
            </a:r>
            <a:r>
              <a:rPr lang="ja-JP" sz="2400" dirty="0"/>
              <a:t> — 既存アプリへの Aspire 導入</a:t>
            </a:r>
          </a:p>
          <a:p>
            <a:pPr lvl="0"/>
            <a:r>
              <a:rPr lang="en-US" sz="2400" b="1" dirty="0"/>
              <a:t>aspire MCP </a:t>
            </a:r>
            <a:r>
              <a:rPr lang="ja-JP" sz="2400" b="1" dirty="0"/>
              <a:t>サーバー</a:t>
            </a:r>
            <a:r>
              <a:rPr lang="ja-JP" sz="2400" dirty="0"/>
              <a:t> — 実行中アプリの状態・ログ・トレースへ直接アクセス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a:t>
            </a:r>
          </a:p>
        </p:txBody>
      </p:sp>
      <p:sp>
        <p:nvSpPr>
          <p:cNvPr id="4" name="テキスト プレースホルダー 3">
            <a:extLst>
              <a:ext uri="{FF2B5EF4-FFF2-40B4-BE49-F238E27FC236}">
                <a16:creationId xmlns:a16="http://schemas.microsoft.com/office/drawing/2014/main" id="{77A6BAAF-3314-A302-6B4B-E79FE4F9DA9A}"/>
              </a:ext>
            </a:extLst>
          </p:cNvPr>
          <p:cNvSpPr>
            <a:spLocks noGrp="1"/>
          </p:cNvSpPr>
          <p:nvPr>
            <p:ph type="body" sz="quarter" idx="12"/>
          </p:nvPr>
        </p:nvSpPr>
        <p:spPr/>
        <p:txBody>
          <a:bodyPr/>
          <a:lstStyle/>
          <a:p>
            <a:endParaRPr lang="ja-JP"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dirty="0"/>
              <a:t>まとめ</a:t>
            </a:r>
          </a:p>
        </p:txBody>
      </p:sp>
      <p:sp>
        <p:nvSpPr>
          <p:cNvPr id="3" name="Content Placeholder 3"/>
          <p:cNvSpPr>
            <a:spLocks noGrp="1"/>
          </p:cNvSpPr>
          <p:nvPr>
            <p:ph sz="quarter" idx="10"/>
          </p:nvPr>
        </p:nvSpPr>
        <p:spPr>
          <a:xfrm>
            <a:off x="584200" y="1435100"/>
            <a:ext cx="11018838" cy="4838248"/>
          </a:xfrm>
        </p:spPr>
        <p:txBody>
          <a:bodyPr/>
          <a:lstStyle/>
          <a:p>
            <a:pPr marL="0" lvl="0" indent="0">
              <a:buNone/>
            </a:pPr>
            <a:r>
              <a:rPr lang="en-US" sz="2400" b="1" dirty="0">
                <a:solidFill>
                  <a:schemeClr val="tx2"/>
                </a:solidFill>
              </a:rPr>
              <a:t>aspire agent </a:t>
            </a:r>
            <a:r>
              <a:rPr lang="en-US" sz="2400" b="1" dirty="0" err="1">
                <a:solidFill>
                  <a:schemeClr val="tx2"/>
                </a:solidFill>
              </a:rPr>
              <a:t>init</a:t>
            </a:r>
            <a:r>
              <a:rPr lang="ja-JP" sz="2400" b="1" dirty="0">
                <a:solidFill>
                  <a:schemeClr val="tx2"/>
                </a:solidFill>
              </a:rPr>
              <a:t> 適用前</a:t>
            </a:r>
          </a:p>
          <a:p>
            <a:pPr lvl="1"/>
            <a:r>
              <a:rPr lang="ja-JP" altLang="en-US" sz="2000" dirty="0"/>
              <a:t>コードからわかる内容で問題解決が行われていた</a:t>
            </a:r>
            <a:endParaRPr lang="ja-JP" sz="2000" dirty="0"/>
          </a:p>
          <a:p>
            <a:pPr lvl="1"/>
            <a:r>
              <a:rPr lang="ja-JP" sz="2000" dirty="0"/>
              <a:t>ログを手作業で貼り付け</a:t>
            </a:r>
            <a:r>
              <a:rPr lang="ja-JP" altLang="en-US" sz="2000" dirty="0"/>
              <a:t>をして伝えていた</a:t>
            </a:r>
            <a:br>
              <a:rPr lang="en-US" altLang="ja-JP" sz="2000" dirty="0"/>
            </a:br>
            <a:r>
              <a:rPr lang="en-US" altLang="ja-JP" sz="2000" dirty="0"/>
              <a:t>(</a:t>
            </a:r>
            <a:r>
              <a:rPr lang="ja-JP" altLang="en-US" sz="2000" dirty="0"/>
              <a:t>厳密には </a:t>
            </a:r>
            <a:r>
              <a:rPr lang="en-US" altLang="ja-JP" dirty="0"/>
              <a:t>Aspire Dashboard </a:t>
            </a:r>
            <a:r>
              <a:rPr lang="ja-JP" altLang="en-US" dirty="0"/>
              <a:t>に </a:t>
            </a:r>
            <a:r>
              <a:rPr lang="en-US" altLang="ja-JP" dirty="0"/>
              <a:t>GitHub Copilot </a:t>
            </a:r>
            <a:r>
              <a:rPr lang="ja-JP" altLang="en-US" dirty="0"/>
              <a:t>がいたりダッシュボードが </a:t>
            </a:r>
            <a:r>
              <a:rPr lang="en-US" altLang="ja-JP" dirty="0"/>
              <a:t>MCP </a:t>
            </a:r>
            <a:r>
              <a:rPr lang="ja-JP" altLang="en-US" dirty="0"/>
              <a:t>サーバーになっていたのでやろうと思えば出来ていたけどひと手間かかっていた</a:t>
            </a:r>
            <a:r>
              <a:rPr lang="en-US" altLang="ja-JP" dirty="0"/>
              <a:t>)</a:t>
            </a:r>
            <a:endParaRPr lang="ja-JP" sz="2000" dirty="0"/>
          </a:p>
          <a:p>
            <a:pPr lvl="0">
              <a:buNone/>
            </a:pPr>
            <a:endParaRPr lang="ja-JP" sz="1200" dirty="0"/>
          </a:p>
          <a:p>
            <a:pPr marL="0" lvl="0" indent="0">
              <a:buNone/>
            </a:pPr>
            <a:r>
              <a:rPr lang="en-US" sz="2400" b="1" dirty="0">
                <a:solidFill>
                  <a:schemeClr val="tx2"/>
                </a:solidFill>
              </a:rPr>
              <a:t>aspire agent </a:t>
            </a:r>
            <a:r>
              <a:rPr lang="en-US" sz="2400" b="1" dirty="0" err="1">
                <a:solidFill>
                  <a:schemeClr val="tx2"/>
                </a:solidFill>
              </a:rPr>
              <a:t>init</a:t>
            </a:r>
            <a:r>
              <a:rPr lang="ja-JP" sz="2400" b="1" dirty="0">
                <a:solidFill>
                  <a:schemeClr val="tx2"/>
                </a:solidFill>
              </a:rPr>
              <a:t> 適用後</a:t>
            </a:r>
          </a:p>
          <a:p>
            <a:pPr lvl="1"/>
            <a:r>
              <a:rPr lang="ja-JP" sz="2000" dirty="0"/>
              <a:t>ログ・トレース・実行状態を</a:t>
            </a:r>
            <a:r>
              <a:rPr lang="ja-JP" altLang="en-US" sz="2000" dirty="0"/>
              <a:t>調べて回答をしてくれるので便利！</a:t>
            </a:r>
            <a:endParaRPr lang="ja-JP" sz="2000" dirty="0"/>
          </a:p>
          <a:p>
            <a:pPr lvl="0">
              <a:buNone/>
            </a:pPr>
            <a:endParaRPr lang="en-US" altLang="ja-JP" sz="1600" dirty="0"/>
          </a:p>
          <a:p>
            <a:pPr lvl="0">
              <a:buNone/>
            </a:pPr>
            <a:endParaRPr lang="ja-JP" sz="1600" dirty="0"/>
          </a:p>
          <a:p>
            <a:pPr marL="0" lvl="0" indent="0" algn="ctr">
              <a:buNone/>
            </a:pPr>
            <a:r>
              <a:rPr lang="en-US" sz="4400" b="1" dirty="0">
                <a:solidFill>
                  <a:schemeClr val="tx2"/>
                </a:solidFill>
              </a:rPr>
              <a:t>Aspire</a:t>
            </a:r>
            <a:r>
              <a:rPr lang="ja-JP" sz="4400" b="1" dirty="0">
                <a:solidFill>
                  <a:schemeClr val="tx2"/>
                </a:solidFill>
              </a:rPr>
              <a:t> と </a:t>
            </a:r>
            <a:r>
              <a:rPr lang="en-US" sz="4400" b="1" dirty="0">
                <a:solidFill>
                  <a:schemeClr val="tx2"/>
                </a:solidFill>
              </a:rPr>
              <a:t>GitHub Copilot</a:t>
            </a:r>
            <a:r>
              <a:rPr lang="ja-JP" sz="4400" b="1" dirty="0">
                <a:solidFill>
                  <a:schemeClr val="tx2"/>
                </a:solidFill>
              </a:rPr>
              <a:t> の組み合わせ</a:t>
            </a:r>
            <a:r>
              <a:rPr lang="ja-JP" altLang="en-US" sz="4400" b="1" dirty="0">
                <a:solidFill>
                  <a:schemeClr val="tx2"/>
                </a:solidFill>
              </a:rPr>
              <a:t>を</a:t>
            </a:r>
            <a:br>
              <a:rPr lang="en-US" altLang="ja-JP" sz="4400" b="1" dirty="0">
                <a:solidFill>
                  <a:schemeClr val="tx2"/>
                </a:solidFill>
              </a:rPr>
            </a:br>
            <a:r>
              <a:rPr lang="ja-JP" sz="4400" b="1" dirty="0">
                <a:solidFill>
                  <a:schemeClr val="tx2"/>
                </a:solidFill>
              </a:rPr>
              <a:t>ぜひ試してみてください</a:t>
            </a:r>
            <a:endParaRPr lang="ja-JP" sz="2400" b="1" dirty="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2024-07-29-them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ユーザー定義 1">
      <a:majorFont>
        <a:latin typeface="Yu Gothic UI Light"/>
        <a:ea typeface="游ゴシック Light"/>
        <a:cs typeface=""/>
      </a:majorFont>
      <a:minorFont>
        <a:latin typeface="Yu Gothic UI"/>
        <a:ea typeface="游ゴシック"/>
        <a:cs typeface=""/>
      </a:minorFont>
    </a:fontScheme>
    <a:fmtScheme name="クチュール">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kumimoji="1" sz="2000" dirty="0" err="1">
            <a:solidFill>
              <a:srgbClr val="FFFFFF"/>
            </a:solidFill>
            <a:latin typeface="+mn-ea"/>
            <a:ea typeface="+mn-ea"/>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2024-07-29-theme" id="{178820AD-3201-4B9B-9A81-7335BDE02A91}" vid="{920B8F76-AF69-4BC5-9C28-EAE2FD99EE23}"/>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2024-07-29-theme</Template>
  <TotalTime>32</TotalTime>
  <Words>298</Words>
  <Application>Microsoft Office PowerPoint</Application>
  <PresentationFormat>ワイド画面</PresentationFormat>
  <Paragraphs>44</Paragraphs>
  <Slides>7</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7</vt:i4>
      </vt:variant>
    </vt:vector>
  </HeadingPairs>
  <TitlesOfParts>
    <vt:vector size="14" baseType="lpstr">
      <vt:lpstr>Yu Gothic UI</vt:lpstr>
      <vt:lpstr>Yu Gothic UI Light</vt:lpstr>
      <vt:lpstr>Arial</vt:lpstr>
      <vt:lpstr>Consolas</vt:lpstr>
      <vt:lpstr>Segoe UI</vt:lpstr>
      <vt:lpstr>Wingdings</vt:lpstr>
      <vt:lpstr>2024-07-29-theme</vt:lpstr>
      <vt:lpstr>Aspire と GitHub Copilot の連携</vt:lpstr>
      <vt:lpstr>自己紹介</vt:lpstr>
      <vt:lpstr>Aspire とは?</vt:lpstr>
      <vt:lpstr>aspire agent init とは</vt:lpstr>
      <vt:lpstr>Demo</vt:lpstr>
      <vt:lpstr>まとめ</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Kazuki Ota</dc:creator>
  <cp:lastModifiedBy>Kazuki Ota</cp:lastModifiedBy>
  <cp:revision>23</cp:revision>
  <dcterms:created xsi:type="dcterms:W3CDTF">2026-05-21T06:38:06Z</dcterms:created>
  <dcterms:modified xsi:type="dcterms:W3CDTF">2026-05-29T01:06:50Z</dcterms:modified>
</cp:coreProperties>
</file>