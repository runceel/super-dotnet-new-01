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F7CD6B1F-AE52-08A4-59DD-ADA3920FEF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/>
        </p:nvSpPr>
        <p:spPr>
          <a:xfrm>
            <a:off x="584200" y="2841172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dirty="0">
                <a:solidFill>
                  <a:schemeClr val="bg1"/>
                </a:solidFill>
                <a:latin typeface="+mj-lt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183780193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alkin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/>
        </p:nvSpPr>
        <p:spPr>
          <a:xfrm>
            <a:off x="584200" y="2841172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dirty="0">
                <a:solidFill>
                  <a:schemeClr val="tx1"/>
                </a:solidFill>
                <a:latin typeface="+mj-lt"/>
              </a:rPr>
              <a:t>Microsoft Azure</a:t>
            </a:r>
          </a:p>
        </p:txBody>
      </p:sp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8672AF12-6140-9E72-C268-A8ED4080CA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9900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28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59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9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22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78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11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30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34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2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CE50-46CE-0973-AC08-7477BEAD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3424D10-01E7-37F9-6091-2C95487D9F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DFE8ED1-0EC9-B339-1813-0B4260A0A2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ja-JP" altLang="en-US"/>
              <a:t>マスター テキストの書式設定</a:t>
            </a:r>
          </a:p>
          <a:p>
            <a:pPr marL="141288" lvl="1" indent="-141288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141288" lvl="2" indent="-141288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141288" lvl="3" indent="-141288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141288" lvl="4" indent="-141288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23006D8-810A-DCBB-7E79-17F6322E2F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DAAB847-57CB-2458-2ADA-6D77707940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ja-JP" altLang="en-US"/>
              <a:t>マスター テキストの書式設定</a:t>
            </a:r>
          </a:p>
          <a:p>
            <a:pPr marL="141288" lvl="1" indent="-141288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141288" lvl="2" indent="-141288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141288" lvl="3" indent="-141288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141288" lvl="4" indent="-141288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B655A31-FF73-73EA-1EA8-00F13891AB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19634A-80BB-C620-3C16-1EA80A7B1C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ja-JP" altLang="en-US"/>
              <a:t>マスター テキストの書式設定</a:t>
            </a:r>
          </a:p>
          <a:p>
            <a:pPr marL="141288" lvl="1" indent="-141288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141288" lvl="2" indent="-141288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141288" lvl="3" indent="-141288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141288" lvl="4" indent="-141288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5E7CC6D-40F5-C58C-FC44-793B1A98AC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B93ED5-5CA7-C983-373E-E42D7424C7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/>
            </a:lvl1pPr>
            <a:lvl2pPr>
              <a:defRPr lang="en-US" sz="1600"/>
            </a:lvl2pPr>
            <a:lvl3pPr>
              <a:defRPr lang="en-US" sz="1600"/>
            </a:lvl3pPr>
            <a:lvl4pPr>
              <a:defRPr lang="en-US" sz="140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ja-JP" altLang="en-US"/>
              <a:t>マスター テキストの書式設定</a:t>
            </a:r>
          </a:p>
          <a:p>
            <a:pPr marL="141288" lvl="1" indent="-141288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141288" lvl="2" indent="-141288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141288" lvl="3" indent="-141288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141288" lvl="4" indent="-141288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65272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5651533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7760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84026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55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989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81576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246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32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gradFill>
                  <a:gsLst>
                    <a:gs pos="0">
                      <a:srgbClr val="31ACBD"/>
                    </a:gs>
                    <a:gs pos="68000">
                      <a:schemeClr val="tx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100000">
                      <a:srgbClr val="3EA89B"/>
                    </a:gs>
                    <a:gs pos="0">
                      <a:srgbClr val="225B6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 dirty="0">
                <a:gradFill>
                  <a:gsLst>
                    <a:gs pos="0">
                      <a:srgbClr val="F4364C"/>
                    </a:gs>
                    <a:gs pos="68000">
                      <a:srgbClr val="C03BC4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0">
                      <a:srgbClr val="FF9318"/>
                    </a:gs>
                    <a:gs pos="44000">
                      <a:srgbClr val="FF5C39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15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8736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3775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8010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265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080789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48840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gradFill flip="none" rotWithShape="1">
            <a:gsLst>
              <a:gs pos="47706">
                <a:schemeClr val="accent1"/>
              </a:gs>
              <a:gs pos="100000">
                <a:schemeClr val="accent3"/>
              </a:gs>
              <a:gs pos="60000">
                <a:schemeClr val="accent1"/>
              </a:gs>
            </a:gsLst>
            <a:lin ang="18900000" scaled="1"/>
            <a:tileRect/>
          </a:gra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031375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9554D-CD2C-F836-9A2C-88CABE5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98462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194147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62528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076586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848439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1755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312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166984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337285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998890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61684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69636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gradFill>
            <a:gsLst>
              <a:gs pos="0">
                <a:srgbClr val="E8E6DF"/>
              </a:gs>
              <a:gs pos="100000">
                <a:srgbClr val="D4EC8E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074252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515435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104665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D4EC8E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895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1"/>
            <a:ext cx="3182027" cy="3959217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2260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648000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18909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59587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31026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48109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54678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754418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6885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46147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69430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74117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28997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8804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49908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88805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0296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61867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D155-47E8-D819-5FA4-74860757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022EE65-FBB2-C961-B89F-9DADBDB2DB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27263" y="2199576"/>
            <a:ext cx="3760470" cy="37604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effectLst>
            <a:outerShdw blurRad="215900" dist="190500" dir="2700000" sx="101000" sy="101000" algn="ctr" rotWithShape="0">
              <a:srgbClr val="000000">
                <a:alpha val="23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>
            <a:lvl1pPr marL="228600" indent="-228600" algn="ctr">
              <a:buNone/>
              <a:defRPr lang="en-US" sz="1800" b="1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 algn="ctr"/>
            <a:r>
              <a:rPr lang="en-US" dirty="0"/>
              <a:t>Click to insert photo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B878651-6EA0-F1DE-DDB3-D4C07A4E59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5931" y="3206751"/>
            <a:ext cx="2706480" cy="147732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A3F807-DEFB-6026-D7BD-82284EB7FB76}"/>
              </a:ext>
            </a:extLst>
          </p:cNvPr>
          <p:cNvSpPr/>
          <p:nvPr/>
        </p:nvSpPr>
        <p:spPr>
          <a:xfrm>
            <a:off x="552732" y="2199576"/>
            <a:ext cx="693200" cy="604267"/>
          </a:xfrm>
          <a:custGeom>
            <a:avLst/>
            <a:gdLst>
              <a:gd name="connsiteX0" fmla="*/ 393237 w 674431"/>
              <a:gd name="connsiteY0" fmla="*/ 0 h 587906"/>
              <a:gd name="connsiteX1" fmla="*/ 616089 w 674431"/>
              <a:gd name="connsiteY1" fmla="*/ 0 h 587906"/>
              <a:gd name="connsiteX2" fmla="*/ 616151 w 674431"/>
              <a:gd name="connsiteY2" fmla="*/ 0 h 587906"/>
              <a:gd name="connsiteX3" fmla="*/ 674431 w 674431"/>
              <a:gd name="connsiteY3" fmla="*/ 58280 h 587906"/>
              <a:gd name="connsiteX4" fmla="*/ 674431 w 674431"/>
              <a:gd name="connsiteY4" fmla="*/ 221738 h 587906"/>
              <a:gd name="connsiteX5" fmla="*/ 597219 w 674431"/>
              <a:gd name="connsiteY5" fmla="*/ 471750 h 587906"/>
              <a:gd name="connsiteX6" fmla="*/ 393361 w 674431"/>
              <a:gd name="connsiteY6" fmla="*/ 587630 h 587906"/>
              <a:gd name="connsiteX7" fmla="*/ 380245 w 674431"/>
              <a:gd name="connsiteY7" fmla="*/ 577174 h 587906"/>
              <a:gd name="connsiteX8" fmla="*/ 380245 w 674431"/>
              <a:gd name="connsiteY8" fmla="*/ 489011 h 587906"/>
              <a:gd name="connsiteX9" fmla="*/ 387484 w 674431"/>
              <a:gd name="connsiteY9" fmla="*/ 478865 h 587906"/>
              <a:gd name="connsiteX10" fmla="*/ 523100 w 674431"/>
              <a:gd name="connsiteY10" fmla="*/ 363541 h 587906"/>
              <a:gd name="connsiteX11" fmla="*/ 540423 w 674431"/>
              <a:gd name="connsiteY11" fmla="*/ 283112 h 587906"/>
              <a:gd name="connsiteX12" fmla="*/ 533308 w 674431"/>
              <a:gd name="connsiteY12" fmla="*/ 276306 h 587906"/>
              <a:gd name="connsiteX13" fmla="*/ 393361 w 674431"/>
              <a:gd name="connsiteY13" fmla="*/ 276306 h 587906"/>
              <a:gd name="connsiteX14" fmla="*/ 374986 w 674431"/>
              <a:gd name="connsiteY14" fmla="*/ 257931 h 587906"/>
              <a:gd name="connsiteX15" fmla="*/ 374986 w 674431"/>
              <a:gd name="connsiteY15" fmla="*/ 18251 h 587906"/>
              <a:gd name="connsiteX16" fmla="*/ 393237 w 674431"/>
              <a:gd name="connsiteY16" fmla="*/ 0 h 587906"/>
              <a:gd name="connsiteX17" fmla="*/ 58466 w 674431"/>
              <a:gd name="connsiteY17" fmla="*/ 0 h 587906"/>
              <a:gd name="connsiteX18" fmla="*/ 281070 w 674431"/>
              <a:gd name="connsiteY18" fmla="*/ 0 h 587906"/>
              <a:gd name="connsiteX19" fmla="*/ 299445 w 674431"/>
              <a:gd name="connsiteY19" fmla="*/ 18375 h 587906"/>
              <a:gd name="connsiteX20" fmla="*/ 299445 w 674431"/>
              <a:gd name="connsiteY20" fmla="*/ 221738 h 587906"/>
              <a:gd name="connsiteX21" fmla="*/ 222233 w 674431"/>
              <a:gd name="connsiteY21" fmla="*/ 471750 h 587906"/>
              <a:gd name="connsiteX22" fmla="*/ 18375 w 674431"/>
              <a:gd name="connsiteY22" fmla="*/ 587630 h 587906"/>
              <a:gd name="connsiteX23" fmla="*/ 5259 w 674431"/>
              <a:gd name="connsiteY23" fmla="*/ 577174 h 587906"/>
              <a:gd name="connsiteX24" fmla="*/ 5259 w 674431"/>
              <a:gd name="connsiteY24" fmla="*/ 489011 h 587906"/>
              <a:gd name="connsiteX25" fmla="*/ 12497 w 674431"/>
              <a:gd name="connsiteY25" fmla="*/ 478865 h 587906"/>
              <a:gd name="connsiteX26" fmla="*/ 148114 w 674431"/>
              <a:gd name="connsiteY26" fmla="*/ 363541 h 587906"/>
              <a:gd name="connsiteX27" fmla="*/ 165437 w 674431"/>
              <a:gd name="connsiteY27" fmla="*/ 283112 h 587906"/>
              <a:gd name="connsiteX28" fmla="*/ 158322 w 674431"/>
              <a:gd name="connsiteY28" fmla="*/ 276306 h 587906"/>
              <a:gd name="connsiteX29" fmla="*/ 18375 w 674431"/>
              <a:gd name="connsiteY29" fmla="*/ 276306 h 587906"/>
              <a:gd name="connsiteX30" fmla="*/ 0 w 674431"/>
              <a:gd name="connsiteY30" fmla="*/ 257931 h 587906"/>
              <a:gd name="connsiteX31" fmla="*/ 0 w 674431"/>
              <a:gd name="connsiteY31" fmla="*/ 58466 h 587906"/>
              <a:gd name="connsiteX32" fmla="*/ 58466 w 674431"/>
              <a:gd name="connsiteY32" fmla="*/ 0 h 58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431" h="587906">
                <a:moveTo>
                  <a:pt x="393237" y="0"/>
                </a:moveTo>
                <a:lnTo>
                  <a:pt x="616089" y="0"/>
                </a:lnTo>
                <a:lnTo>
                  <a:pt x="616151" y="0"/>
                </a:lnTo>
                <a:cubicBezTo>
                  <a:pt x="648322" y="0"/>
                  <a:pt x="674431" y="26109"/>
                  <a:pt x="674431" y="58280"/>
                </a:cubicBezTo>
                <a:lnTo>
                  <a:pt x="674431" y="221738"/>
                </a:lnTo>
                <a:cubicBezTo>
                  <a:pt x="674431" y="328152"/>
                  <a:pt x="648694" y="411490"/>
                  <a:pt x="597219" y="471750"/>
                </a:cubicBezTo>
                <a:cubicBezTo>
                  <a:pt x="548157" y="529102"/>
                  <a:pt x="480225" y="567770"/>
                  <a:pt x="393361" y="587630"/>
                </a:cubicBezTo>
                <a:cubicBezTo>
                  <a:pt x="386679" y="589177"/>
                  <a:pt x="380245" y="584042"/>
                  <a:pt x="380245" y="577174"/>
                </a:cubicBezTo>
                <a:lnTo>
                  <a:pt x="380245" y="489011"/>
                </a:lnTo>
                <a:cubicBezTo>
                  <a:pt x="380245" y="484433"/>
                  <a:pt x="383153" y="480288"/>
                  <a:pt x="387484" y="478865"/>
                </a:cubicBezTo>
                <a:cubicBezTo>
                  <a:pt x="454240" y="456778"/>
                  <a:pt x="499466" y="418295"/>
                  <a:pt x="523100" y="363541"/>
                </a:cubicBezTo>
                <a:cubicBezTo>
                  <a:pt x="535969" y="335824"/>
                  <a:pt x="541784" y="309035"/>
                  <a:pt x="540423" y="283112"/>
                </a:cubicBezTo>
                <a:cubicBezTo>
                  <a:pt x="540238" y="279276"/>
                  <a:pt x="537082" y="276306"/>
                  <a:pt x="533308" y="276306"/>
                </a:cubicBezTo>
                <a:lnTo>
                  <a:pt x="393361" y="276306"/>
                </a:lnTo>
                <a:cubicBezTo>
                  <a:pt x="383215" y="276306"/>
                  <a:pt x="374986" y="268078"/>
                  <a:pt x="374986" y="257931"/>
                </a:cubicBezTo>
                <a:lnTo>
                  <a:pt x="374986" y="18251"/>
                </a:lnTo>
                <a:cubicBezTo>
                  <a:pt x="374986" y="8167"/>
                  <a:pt x="383153" y="0"/>
                  <a:pt x="393237" y="0"/>
                </a:cubicBezTo>
                <a:close/>
                <a:moveTo>
                  <a:pt x="58466" y="0"/>
                </a:moveTo>
                <a:lnTo>
                  <a:pt x="281070" y="0"/>
                </a:lnTo>
                <a:cubicBezTo>
                  <a:pt x="291216" y="0"/>
                  <a:pt x="299445" y="8229"/>
                  <a:pt x="299445" y="18375"/>
                </a:cubicBezTo>
                <a:lnTo>
                  <a:pt x="299445" y="221738"/>
                </a:lnTo>
                <a:cubicBezTo>
                  <a:pt x="299445" y="328152"/>
                  <a:pt x="273708" y="411490"/>
                  <a:pt x="222233" y="471750"/>
                </a:cubicBezTo>
                <a:cubicBezTo>
                  <a:pt x="173171" y="529102"/>
                  <a:pt x="105239" y="567770"/>
                  <a:pt x="18375" y="587630"/>
                </a:cubicBezTo>
                <a:cubicBezTo>
                  <a:pt x="11631" y="589177"/>
                  <a:pt x="5259" y="584042"/>
                  <a:pt x="5259" y="577174"/>
                </a:cubicBezTo>
                <a:lnTo>
                  <a:pt x="5259" y="489011"/>
                </a:lnTo>
                <a:cubicBezTo>
                  <a:pt x="5259" y="484433"/>
                  <a:pt x="8167" y="480288"/>
                  <a:pt x="12497" y="478865"/>
                </a:cubicBezTo>
                <a:cubicBezTo>
                  <a:pt x="79254" y="456778"/>
                  <a:pt x="124480" y="418295"/>
                  <a:pt x="148114" y="363541"/>
                </a:cubicBezTo>
                <a:cubicBezTo>
                  <a:pt x="160983" y="335824"/>
                  <a:pt x="166798" y="309035"/>
                  <a:pt x="165437" y="283112"/>
                </a:cubicBezTo>
                <a:cubicBezTo>
                  <a:pt x="165252" y="279276"/>
                  <a:pt x="162096" y="276306"/>
                  <a:pt x="158322" y="276306"/>
                </a:cubicBezTo>
                <a:lnTo>
                  <a:pt x="18375" y="276306"/>
                </a:lnTo>
                <a:cubicBezTo>
                  <a:pt x="8229" y="276306"/>
                  <a:pt x="0" y="268078"/>
                  <a:pt x="0" y="257931"/>
                </a:cubicBezTo>
                <a:lnTo>
                  <a:pt x="0" y="58466"/>
                </a:lnTo>
                <a:cubicBezTo>
                  <a:pt x="0" y="26171"/>
                  <a:pt x="26171" y="0"/>
                  <a:pt x="58466" y="0"/>
                </a:cubicBezTo>
                <a:close/>
              </a:path>
            </a:pathLst>
          </a:custGeom>
          <a:solidFill>
            <a:schemeClr val="tx1"/>
          </a:solidFill>
          <a:ln w="61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8F6EDE-3287-C98A-2287-E97E9546E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5931" y="4963876"/>
            <a:ext cx="270648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903293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359434" cy="55399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/>
        </p:nvSpPr>
        <p:spPr bwMode="auto">
          <a:xfrm>
            <a:off x="7228114" y="292100"/>
            <a:ext cx="4659086" cy="6272213"/>
          </a:xfrm>
          <a:prstGeom prst="rect">
            <a:avLst/>
          </a:prstGeom>
          <a:gradFill>
            <a:gsLst>
              <a:gs pos="0">
                <a:srgbClr val="FFB3BB"/>
              </a:gs>
              <a:gs pos="100000">
                <a:srgbClr val="FFB900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76380" y="1866864"/>
            <a:ext cx="5544120" cy="312427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020F17E-67BE-FC02-AF7B-709A3923C2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932234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/>
        </p:nvSpPr>
        <p:spPr bwMode="auto">
          <a:xfrm>
            <a:off x="304800" y="292100"/>
            <a:ext cx="11582400" cy="6272213"/>
          </a:xfrm>
          <a:prstGeom prst="rect">
            <a:avLst/>
          </a:prstGeom>
          <a:gradFill>
            <a:gsLst>
              <a:gs pos="64000">
                <a:srgbClr val="0D82CB"/>
              </a:gs>
              <a:gs pos="0">
                <a:srgbClr val="7FDE7B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96801"/>
            <a:ext cx="3590037" cy="166199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1762" y="1490647"/>
            <a:ext cx="6879337" cy="3876706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663929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20436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90C592A4-DBC6-A7A9-63D9-5020A47499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748903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16127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830D09FD-2495-FD73-64EA-14E484039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4168586858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6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84746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93208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6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84746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11529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883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689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37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175645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AE380-3F53-E692-9808-00C72E56F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F998EB-668F-3F25-6D1B-BA299D205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47C967-ECCA-41AE-6674-64E570536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30C7-5423-43F0-AE08-EE409515EA12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341A00-D236-8069-F329-97CA8536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2BFEA8-F1E5-1CFF-7A7A-E5508A41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834EC-8B3F-46D7-B2EA-DA52255AF1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76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4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</p:sldLayoutIdLst>
  <p:transition>
    <p:fade/>
  </p:transition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kumimoji="1" lang="en-US" sz="3600" b="0" kern="1200" cap="none" spc="-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2024-07-29-theme">
  <a:themeElements>
    <a:clrScheme name="Custom 4">
      <a:dk1>
        <a:srgbClr val="000000"/>
      </a:dk1>
      <a:lt1>
        <a:srgbClr val="FFFFFF"/>
      </a:lt1>
      <a:dk2>
        <a:srgbClr val="0078D4"/>
      </a:dk2>
      <a:lt2>
        <a:srgbClr val="E8E6DF"/>
      </a:lt2>
      <a:accent1>
        <a:srgbClr val="0078D4"/>
      </a:accent1>
      <a:accent2>
        <a:srgbClr val="2A446F"/>
      </a:accent2>
      <a:accent3>
        <a:srgbClr val="49C5B1"/>
      </a:accent3>
      <a:accent4>
        <a:srgbClr val="8DE971"/>
      </a:accent4>
      <a:accent5>
        <a:srgbClr val="F4364F"/>
      </a:accent5>
      <a:accent6>
        <a:srgbClr val="C03BC4"/>
      </a:accent6>
      <a:hlink>
        <a:srgbClr val="091F2C"/>
      </a:hlink>
      <a:folHlink>
        <a:srgbClr val="091F2C"/>
      </a:folHlink>
    </a:clrScheme>
    <a:fontScheme name="ユーザー定義 1">
      <a:majorFont>
        <a:latin typeface="Yu Gothic UI Light"/>
        <a:ea typeface="游ゴシック Light"/>
        <a:cs typeface=""/>
      </a:majorFont>
      <a:minorFont>
        <a:latin typeface="Yu Gothic UI"/>
        <a:ea typeface="游ゴシック"/>
        <a:cs typeface=""/>
      </a:minorFont>
    </a:fontScheme>
    <a:fmtScheme name="クチュール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kumimoji="1" sz="2000" dirty="0" err="1">
            <a:solidFill>
              <a:srgbClr val="FFFFFF"/>
            </a:solidFill>
            <a:latin typeface="+mn-ea"/>
            <a:ea typeface="+mn-ea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2024-07-29-theme" id="{178820AD-3201-4B9B-9A81-7335BDE02A91}" vid="{920B8F76-AF69-4BC5-9C28-EAE2FD99EE23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2024-07-29-theme</Template>
  <TotalTime>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7" baseType="lpstr">
      <vt:lpstr>Yu Gothic UI</vt:lpstr>
      <vt:lpstr>Yu Gothic UI Light</vt:lpstr>
      <vt:lpstr>Arial</vt:lpstr>
      <vt:lpstr>Consolas</vt:lpstr>
      <vt:lpstr>Segoe UI</vt:lpstr>
      <vt:lpstr>Wingdings</vt:lpstr>
      <vt:lpstr>2024-07-29-theme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Kazuki Ota</dc:creator>
  <cp:lastModifiedBy>Kazuki Ota</cp:lastModifiedBy>
  <cp:revision>1</cp:revision>
  <dcterms:created xsi:type="dcterms:W3CDTF">2026-05-21T06:38:06Z</dcterms:created>
  <dcterms:modified xsi:type="dcterms:W3CDTF">2026-05-21T06:38:06Z</dcterms:modified>
</cp:coreProperties>
</file>